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2" r:id="rId1"/>
  </p:sldMasterIdLst>
  <p:notesMasterIdLst>
    <p:notesMasterId r:id="rId59"/>
  </p:notesMasterIdLst>
  <p:sldIdLst>
    <p:sldId id="319" r:id="rId2"/>
    <p:sldId id="292" r:id="rId3"/>
    <p:sldId id="293" r:id="rId4"/>
    <p:sldId id="294" r:id="rId5"/>
    <p:sldId id="376" r:id="rId6"/>
    <p:sldId id="295" r:id="rId7"/>
    <p:sldId id="296" r:id="rId8"/>
    <p:sldId id="297" r:id="rId9"/>
    <p:sldId id="298" r:id="rId10"/>
    <p:sldId id="299" r:id="rId11"/>
    <p:sldId id="300" r:id="rId12"/>
    <p:sldId id="301" r:id="rId13"/>
    <p:sldId id="377" r:id="rId14"/>
    <p:sldId id="375" r:id="rId15"/>
    <p:sldId id="302" r:id="rId16"/>
    <p:sldId id="384" r:id="rId17"/>
    <p:sldId id="385" r:id="rId18"/>
    <p:sldId id="260" r:id="rId19"/>
    <p:sldId id="386" r:id="rId20"/>
    <p:sldId id="262" r:id="rId21"/>
    <p:sldId id="388" r:id="rId22"/>
    <p:sldId id="303" r:id="rId23"/>
    <p:sldId id="304" r:id="rId24"/>
    <p:sldId id="270" r:id="rId25"/>
    <p:sldId id="271" r:id="rId26"/>
    <p:sldId id="272" r:id="rId27"/>
    <p:sldId id="282" r:id="rId28"/>
    <p:sldId id="275" r:id="rId29"/>
    <p:sldId id="276" r:id="rId30"/>
    <p:sldId id="277" r:id="rId31"/>
    <p:sldId id="280" r:id="rId32"/>
    <p:sldId id="281" r:id="rId33"/>
    <p:sldId id="284" r:id="rId34"/>
    <p:sldId id="283" r:id="rId35"/>
    <p:sldId id="305" r:id="rId36"/>
    <p:sldId id="306" r:id="rId37"/>
    <p:sldId id="259" r:id="rId38"/>
    <p:sldId id="261" r:id="rId39"/>
    <p:sldId id="273" r:id="rId40"/>
    <p:sldId id="307" r:id="rId41"/>
    <p:sldId id="379" r:id="rId42"/>
    <p:sldId id="380" r:id="rId43"/>
    <p:sldId id="382" r:id="rId44"/>
    <p:sldId id="383" r:id="rId45"/>
    <p:sldId id="308" r:id="rId46"/>
    <p:sldId id="378" r:id="rId47"/>
    <p:sldId id="309" r:id="rId48"/>
    <p:sldId id="310" r:id="rId49"/>
    <p:sldId id="263" r:id="rId50"/>
    <p:sldId id="387" r:id="rId51"/>
    <p:sldId id="265" r:id="rId52"/>
    <p:sldId id="264" r:id="rId53"/>
    <p:sldId id="268" r:id="rId54"/>
    <p:sldId id="267" r:id="rId55"/>
    <p:sldId id="269" r:id="rId56"/>
    <p:sldId id="311" r:id="rId57"/>
    <p:sldId id="258"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C4C9B2-E0A5-4CA9-BAB9-A5B82A8F5104}"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PK"/>
        </a:p>
      </dgm:t>
    </dgm:pt>
    <dgm:pt modelId="{BBF5316F-F78A-45D7-A7A9-43B5CAE7E012}">
      <dgm:prSet phldrT="[Text]" custT="1"/>
      <dgm:spPr/>
      <dgm:t>
        <a:bodyPr/>
        <a:lstStyle/>
        <a:p>
          <a:r>
            <a:rPr lang="en-US" sz="1000" dirty="0"/>
            <a:t>In-Store System</a:t>
          </a:r>
        </a:p>
        <a:p>
          <a:r>
            <a:rPr lang="en-US" sz="1000" dirty="0"/>
            <a:t>0</a:t>
          </a:r>
        </a:p>
      </dgm:t>
    </dgm:pt>
    <dgm:pt modelId="{E65DCB14-80BA-44E9-B162-1255A6C7B4DF}" type="parTrans" cxnId="{0149EA3C-0695-441C-B2A8-82353AF08CF1}">
      <dgm:prSet/>
      <dgm:spPr/>
      <dgm:t>
        <a:bodyPr/>
        <a:lstStyle/>
        <a:p>
          <a:endParaRPr lang="en-PK"/>
        </a:p>
      </dgm:t>
    </dgm:pt>
    <dgm:pt modelId="{381918AE-2DD7-4405-80B8-CC2F5646F3F9}" type="sibTrans" cxnId="{0149EA3C-0695-441C-B2A8-82353AF08CF1}">
      <dgm:prSet/>
      <dgm:spPr/>
      <dgm:t>
        <a:bodyPr/>
        <a:lstStyle/>
        <a:p>
          <a:endParaRPr lang="en-PK"/>
        </a:p>
      </dgm:t>
    </dgm:pt>
    <dgm:pt modelId="{E71DBE58-7FFB-475A-A351-B6592ECA7DCC}">
      <dgm:prSet phldrT="[Text]" custT="1"/>
      <dgm:spPr/>
      <dgm:t>
        <a:bodyPr/>
        <a:lstStyle/>
        <a:p>
          <a:r>
            <a:rPr lang="en-US" sz="1000" dirty="0"/>
            <a:t>Membership</a:t>
          </a:r>
        </a:p>
        <a:p>
          <a:r>
            <a:rPr lang="en-US" sz="1000" dirty="0"/>
            <a:t>1</a:t>
          </a:r>
          <a:endParaRPr lang="en-PK" sz="1000" dirty="0"/>
        </a:p>
      </dgm:t>
    </dgm:pt>
    <dgm:pt modelId="{BB474531-4278-4DC8-946D-0099D62A9E8F}" type="parTrans" cxnId="{E1D27F33-1581-4720-A1B9-1BF58E54E3A8}">
      <dgm:prSet/>
      <dgm:spPr/>
      <dgm:t>
        <a:bodyPr/>
        <a:lstStyle/>
        <a:p>
          <a:endParaRPr lang="en-PK" sz="1000"/>
        </a:p>
      </dgm:t>
    </dgm:pt>
    <dgm:pt modelId="{0B758B91-AE42-462F-9987-BC58039E49E5}" type="sibTrans" cxnId="{E1D27F33-1581-4720-A1B9-1BF58E54E3A8}">
      <dgm:prSet/>
      <dgm:spPr/>
      <dgm:t>
        <a:bodyPr/>
        <a:lstStyle/>
        <a:p>
          <a:endParaRPr lang="en-PK"/>
        </a:p>
      </dgm:t>
    </dgm:pt>
    <dgm:pt modelId="{D9A91FED-3A9A-444F-82D8-3E5AE0A6B901}">
      <dgm:prSet phldrT="[Text]" custT="1"/>
      <dgm:spPr/>
      <dgm:t>
        <a:bodyPr/>
        <a:lstStyle/>
        <a:p>
          <a:r>
            <a:rPr lang="en-US" sz="1000" dirty="0"/>
            <a:t>Rental</a:t>
          </a:r>
        </a:p>
        <a:p>
          <a:r>
            <a:rPr lang="en-US" sz="1000" dirty="0"/>
            <a:t>2</a:t>
          </a:r>
          <a:endParaRPr lang="en-PK" sz="1000" dirty="0"/>
        </a:p>
      </dgm:t>
    </dgm:pt>
    <dgm:pt modelId="{6F62260D-C194-4D56-814B-A20BF5A75E23}" type="parTrans" cxnId="{EBCBA95F-E506-4F7A-9083-F847E63155BE}">
      <dgm:prSet/>
      <dgm:spPr/>
      <dgm:t>
        <a:bodyPr/>
        <a:lstStyle/>
        <a:p>
          <a:endParaRPr lang="en-PK" sz="1000"/>
        </a:p>
      </dgm:t>
    </dgm:pt>
    <dgm:pt modelId="{6131AF00-CB6B-4C26-934D-59277B973191}" type="sibTrans" cxnId="{EBCBA95F-E506-4F7A-9083-F847E63155BE}">
      <dgm:prSet/>
      <dgm:spPr/>
      <dgm:t>
        <a:bodyPr/>
        <a:lstStyle/>
        <a:p>
          <a:endParaRPr lang="en-PK"/>
        </a:p>
      </dgm:t>
    </dgm:pt>
    <dgm:pt modelId="{3E368705-2F55-4671-A452-9D7110E3905B}">
      <dgm:prSet phldrT="[Text]" custT="1"/>
      <dgm:spPr/>
      <dgm:t>
        <a:bodyPr/>
        <a:lstStyle/>
        <a:p>
          <a:r>
            <a:rPr lang="en-US" sz="1000" dirty="0"/>
            <a:t>Sales</a:t>
          </a:r>
        </a:p>
        <a:p>
          <a:r>
            <a:rPr lang="en-US" sz="1000" dirty="0"/>
            <a:t>3</a:t>
          </a:r>
          <a:endParaRPr lang="en-PK" sz="1000" dirty="0"/>
        </a:p>
      </dgm:t>
    </dgm:pt>
    <dgm:pt modelId="{F4B8DD17-0A19-402A-B815-7427C8697F5A}" type="parTrans" cxnId="{D77E9140-465E-4CF2-8553-53966E08F31B}">
      <dgm:prSet/>
      <dgm:spPr/>
      <dgm:t>
        <a:bodyPr/>
        <a:lstStyle/>
        <a:p>
          <a:endParaRPr lang="en-PK" sz="1000"/>
        </a:p>
      </dgm:t>
    </dgm:pt>
    <dgm:pt modelId="{B68E06AF-FC9E-43F0-8F8C-B2EE11257F35}" type="sibTrans" cxnId="{D77E9140-465E-4CF2-8553-53966E08F31B}">
      <dgm:prSet/>
      <dgm:spPr/>
      <dgm:t>
        <a:bodyPr/>
        <a:lstStyle/>
        <a:p>
          <a:endParaRPr lang="en-PK"/>
        </a:p>
      </dgm:t>
    </dgm:pt>
    <dgm:pt modelId="{B4057CEE-6202-4C54-9DED-9B169996EC62}">
      <dgm:prSet phldrT="[Text]" custT="1"/>
      <dgm:spPr/>
      <dgm:t>
        <a:bodyPr/>
        <a:lstStyle/>
        <a:p>
          <a:r>
            <a:rPr lang="en-US" sz="1000" dirty="0"/>
            <a:t>Inventory</a:t>
          </a:r>
        </a:p>
        <a:p>
          <a:r>
            <a:rPr lang="en-US" sz="1000" dirty="0"/>
            <a:t>4</a:t>
          </a:r>
          <a:endParaRPr lang="en-PK" sz="1000" dirty="0"/>
        </a:p>
      </dgm:t>
    </dgm:pt>
    <dgm:pt modelId="{15DC82B5-E97B-4D67-B747-C358466E439C}" type="parTrans" cxnId="{06B4DA14-12DC-4E46-8678-9407FC3EC61E}">
      <dgm:prSet/>
      <dgm:spPr/>
      <dgm:t>
        <a:bodyPr/>
        <a:lstStyle/>
        <a:p>
          <a:endParaRPr lang="en-PK" sz="1000"/>
        </a:p>
      </dgm:t>
    </dgm:pt>
    <dgm:pt modelId="{88996095-5F7D-4E72-A988-0B42590D2183}" type="sibTrans" cxnId="{06B4DA14-12DC-4E46-8678-9407FC3EC61E}">
      <dgm:prSet/>
      <dgm:spPr/>
      <dgm:t>
        <a:bodyPr/>
        <a:lstStyle/>
        <a:p>
          <a:endParaRPr lang="en-PK"/>
        </a:p>
      </dgm:t>
    </dgm:pt>
    <dgm:pt modelId="{2F9CC85E-5619-48AD-9073-F77462EBDD6E}">
      <dgm:prSet phldrT="[Text]" custT="1"/>
      <dgm:spPr/>
      <dgm:t>
        <a:bodyPr/>
        <a:lstStyle/>
        <a:p>
          <a:r>
            <a:rPr lang="en-US" sz="1000" dirty="0"/>
            <a:t>Employee</a:t>
          </a:r>
        </a:p>
        <a:p>
          <a:r>
            <a:rPr lang="en-US" sz="1000" dirty="0"/>
            <a:t>5</a:t>
          </a:r>
          <a:endParaRPr lang="en-PK" sz="1000" dirty="0"/>
        </a:p>
      </dgm:t>
    </dgm:pt>
    <dgm:pt modelId="{6C1BFC36-D142-46EF-81D7-53912F0ED856}" type="parTrans" cxnId="{5AC43AD8-694F-437F-BA51-D07D518113AD}">
      <dgm:prSet/>
      <dgm:spPr/>
      <dgm:t>
        <a:bodyPr/>
        <a:lstStyle/>
        <a:p>
          <a:endParaRPr lang="en-PK" sz="1000"/>
        </a:p>
      </dgm:t>
    </dgm:pt>
    <dgm:pt modelId="{0EFC1515-45B5-45FB-809E-76570DCE7EF0}" type="sibTrans" cxnId="{5AC43AD8-694F-437F-BA51-D07D518113AD}">
      <dgm:prSet/>
      <dgm:spPr/>
      <dgm:t>
        <a:bodyPr/>
        <a:lstStyle/>
        <a:p>
          <a:endParaRPr lang="en-PK"/>
        </a:p>
      </dgm:t>
    </dgm:pt>
    <dgm:pt modelId="{00A749BB-7326-444E-9BA7-1810DAB39F9B}">
      <dgm:prSet phldrT="[Text]" custT="1"/>
      <dgm:spPr/>
      <dgm:t>
        <a:bodyPr/>
        <a:lstStyle/>
        <a:p>
          <a:r>
            <a:rPr lang="en-US" sz="1000" dirty="0"/>
            <a:t>Enroll</a:t>
          </a:r>
        </a:p>
        <a:p>
          <a:r>
            <a:rPr lang="en-US" sz="1000" dirty="0"/>
            <a:t>1.1</a:t>
          </a:r>
          <a:endParaRPr lang="en-PK" sz="1000" dirty="0"/>
        </a:p>
      </dgm:t>
    </dgm:pt>
    <dgm:pt modelId="{9253E2A2-CB27-4EA1-9591-DE9C54A858D2}" type="parTrans" cxnId="{A8A006F9-1DD6-4947-9FC5-5B9F00C90B5E}">
      <dgm:prSet/>
      <dgm:spPr/>
      <dgm:t>
        <a:bodyPr/>
        <a:lstStyle/>
        <a:p>
          <a:endParaRPr lang="en-PK" sz="1000"/>
        </a:p>
      </dgm:t>
    </dgm:pt>
    <dgm:pt modelId="{56ADD768-2ACE-49C6-A443-6C423EA8465B}" type="sibTrans" cxnId="{A8A006F9-1DD6-4947-9FC5-5B9F00C90B5E}">
      <dgm:prSet/>
      <dgm:spPr/>
      <dgm:t>
        <a:bodyPr/>
        <a:lstStyle/>
        <a:p>
          <a:endParaRPr lang="en-PK"/>
        </a:p>
      </dgm:t>
    </dgm:pt>
    <dgm:pt modelId="{7618CDC9-9D8E-481D-ABD9-0127619D6080}">
      <dgm:prSet phldrT="[Text]" custT="1"/>
      <dgm:spPr/>
      <dgm:t>
        <a:bodyPr/>
        <a:lstStyle/>
        <a:p>
          <a:r>
            <a:rPr lang="en-US" sz="1000" dirty="0"/>
            <a:t>Issue New Card</a:t>
          </a:r>
        </a:p>
        <a:p>
          <a:r>
            <a:rPr lang="en-US" sz="1000" dirty="0"/>
            <a:t>1.2</a:t>
          </a:r>
          <a:endParaRPr lang="en-PK" sz="1000" dirty="0"/>
        </a:p>
      </dgm:t>
    </dgm:pt>
    <dgm:pt modelId="{D1479184-79E3-437F-B052-FD94EBF9ADC8}" type="parTrans" cxnId="{6E242FA4-5313-400B-8A0E-D1E408EB120C}">
      <dgm:prSet/>
      <dgm:spPr/>
      <dgm:t>
        <a:bodyPr/>
        <a:lstStyle/>
        <a:p>
          <a:endParaRPr lang="en-PK" sz="1000"/>
        </a:p>
      </dgm:t>
    </dgm:pt>
    <dgm:pt modelId="{F1B306CF-72F0-4D19-8A1B-8E0DBCD6C78F}" type="sibTrans" cxnId="{6E242FA4-5313-400B-8A0E-D1E408EB120C}">
      <dgm:prSet/>
      <dgm:spPr/>
      <dgm:t>
        <a:bodyPr/>
        <a:lstStyle/>
        <a:p>
          <a:endParaRPr lang="en-PK"/>
        </a:p>
      </dgm:t>
    </dgm:pt>
    <dgm:pt modelId="{DD51B87B-5C9A-457E-B310-953A26CF976E}">
      <dgm:prSet phldrT="[Text]" custT="1"/>
      <dgm:spPr/>
      <dgm:t>
        <a:bodyPr/>
        <a:lstStyle/>
        <a:p>
          <a:r>
            <a:rPr lang="en-US" sz="1000" dirty="0"/>
            <a:t>Reinstate</a:t>
          </a:r>
        </a:p>
        <a:p>
          <a:r>
            <a:rPr lang="en-US" sz="1000" dirty="0"/>
            <a:t>1.3</a:t>
          </a:r>
          <a:endParaRPr lang="en-PK" sz="1000" dirty="0"/>
        </a:p>
      </dgm:t>
    </dgm:pt>
    <dgm:pt modelId="{D9D4F79A-9647-443E-982D-DD5CBA852718}" type="parTrans" cxnId="{1D506B36-3C82-424F-AE53-E45DF892E9E3}">
      <dgm:prSet/>
      <dgm:spPr/>
      <dgm:t>
        <a:bodyPr/>
        <a:lstStyle/>
        <a:p>
          <a:endParaRPr lang="en-PK" sz="1000"/>
        </a:p>
      </dgm:t>
    </dgm:pt>
    <dgm:pt modelId="{FE23A44B-74F0-48FD-A227-E9366E865E3E}" type="sibTrans" cxnId="{1D506B36-3C82-424F-AE53-E45DF892E9E3}">
      <dgm:prSet/>
      <dgm:spPr/>
      <dgm:t>
        <a:bodyPr/>
        <a:lstStyle/>
        <a:p>
          <a:endParaRPr lang="en-PK"/>
        </a:p>
      </dgm:t>
    </dgm:pt>
    <dgm:pt modelId="{8571E4B1-A1E4-4BD4-90F3-6733502B9585}">
      <dgm:prSet phldrT="[Text]" custT="1"/>
      <dgm:spPr/>
      <dgm:t>
        <a:bodyPr/>
        <a:lstStyle/>
        <a:p>
          <a:r>
            <a:rPr lang="en-US" sz="1000" dirty="0"/>
            <a:t>Transient</a:t>
          </a:r>
        </a:p>
        <a:p>
          <a:r>
            <a:rPr lang="en-US" sz="1000" dirty="0"/>
            <a:t>1.4</a:t>
          </a:r>
          <a:endParaRPr lang="en-PK" sz="1000" dirty="0"/>
        </a:p>
      </dgm:t>
    </dgm:pt>
    <dgm:pt modelId="{FC5FE104-20BE-45A5-8085-9D55F8716367}" type="parTrans" cxnId="{032B600B-7363-4D9D-94FB-FCEA75FA83B8}">
      <dgm:prSet/>
      <dgm:spPr/>
      <dgm:t>
        <a:bodyPr/>
        <a:lstStyle/>
        <a:p>
          <a:endParaRPr lang="en-PK" sz="1000"/>
        </a:p>
      </dgm:t>
    </dgm:pt>
    <dgm:pt modelId="{FA6C5920-4B57-42F5-99E4-8B5F8101ACD0}" type="sibTrans" cxnId="{032B600B-7363-4D9D-94FB-FCEA75FA83B8}">
      <dgm:prSet/>
      <dgm:spPr/>
      <dgm:t>
        <a:bodyPr/>
        <a:lstStyle/>
        <a:p>
          <a:endParaRPr lang="en-PK"/>
        </a:p>
      </dgm:t>
    </dgm:pt>
    <dgm:pt modelId="{B39C5B1B-37D9-496F-A873-185BC0C47A72}">
      <dgm:prSet phldrT="[Text]" custT="1"/>
      <dgm:spPr/>
      <dgm:t>
        <a:bodyPr/>
        <a:lstStyle/>
        <a:p>
          <a:r>
            <a:rPr lang="en-US" sz="1000" dirty="0"/>
            <a:t>Rent</a:t>
          </a:r>
        </a:p>
        <a:p>
          <a:r>
            <a:rPr lang="en-US" sz="1000" dirty="0"/>
            <a:t>2.1</a:t>
          </a:r>
          <a:endParaRPr lang="en-PK" sz="1000" dirty="0"/>
        </a:p>
      </dgm:t>
    </dgm:pt>
    <dgm:pt modelId="{89B5972D-011E-4E7C-9CE7-52FA714BAE36}" type="parTrans" cxnId="{0B789CC3-EE21-4708-9C33-ADC6C3F61771}">
      <dgm:prSet/>
      <dgm:spPr/>
      <dgm:t>
        <a:bodyPr/>
        <a:lstStyle/>
        <a:p>
          <a:endParaRPr lang="en-PK" sz="1000"/>
        </a:p>
      </dgm:t>
    </dgm:pt>
    <dgm:pt modelId="{F6475D12-D695-4FB1-8793-94FC08A67F57}" type="sibTrans" cxnId="{0B789CC3-EE21-4708-9C33-ADC6C3F61771}">
      <dgm:prSet/>
      <dgm:spPr/>
      <dgm:t>
        <a:bodyPr/>
        <a:lstStyle/>
        <a:p>
          <a:endParaRPr lang="en-PK"/>
        </a:p>
      </dgm:t>
    </dgm:pt>
    <dgm:pt modelId="{E0F26A04-E7E0-49CE-86BB-C9A0020D5B00}">
      <dgm:prSet phldrT="[Text]" custT="1"/>
      <dgm:spPr/>
      <dgm:t>
        <a:bodyPr/>
        <a:lstStyle/>
        <a:p>
          <a:r>
            <a:rPr lang="en-US" sz="1000" dirty="0"/>
            <a:t>Return</a:t>
          </a:r>
        </a:p>
        <a:p>
          <a:r>
            <a:rPr lang="en-US" sz="1000" dirty="0"/>
            <a:t>2.2</a:t>
          </a:r>
          <a:endParaRPr lang="en-PK" sz="1000" dirty="0"/>
        </a:p>
      </dgm:t>
    </dgm:pt>
    <dgm:pt modelId="{51D68A27-4DA8-4449-AC84-72D159BA66D6}" type="parTrans" cxnId="{7D37BB0D-1FDB-43A4-9DA6-85612B7E42B8}">
      <dgm:prSet/>
      <dgm:spPr/>
      <dgm:t>
        <a:bodyPr/>
        <a:lstStyle/>
        <a:p>
          <a:endParaRPr lang="en-PK" sz="1000"/>
        </a:p>
      </dgm:t>
    </dgm:pt>
    <dgm:pt modelId="{3C9AD375-A07C-4B61-B5C4-302D20BBCF7B}" type="sibTrans" cxnId="{7D37BB0D-1FDB-43A4-9DA6-85612B7E42B8}">
      <dgm:prSet/>
      <dgm:spPr/>
      <dgm:t>
        <a:bodyPr/>
        <a:lstStyle/>
        <a:p>
          <a:endParaRPr lang="en-PK"/>
        </a:p>
      </dgm:t>
    </dgm:pt>
    <dgm:pt modelId="{7AAC44CB-04E3-4579-BD01-58DC11A9AFF9}">
      <dgm:prSet phldrT="[Text]" custT="1"/>
      <dgm:spPr/>
      <dgm:t>
        <a:bodyPr/>
        <a:lstStyle/>
        <a:p>
          <a:r>
            <a:rPr lang="en-US" sz="1000" dirty="0"/>
            <a:t>Reports</a:t>
          </a:r>
        </a:p>
        <a:p>
          <a:r>
            <a:rPr lang="en-US" sz="1000" dirty="0"/>
            <a:t>2.3</a:t>
          </a:r>
          <a:endParaRPr lang="en-PK" sz="1000" dirty="0"/>
        </a:p>
      </dgm:t>
    </dgm:pt>
    <dgm:pt modelId="{6D688F19-5177-4637-845B-7799202F5465}" type="parTrans" cxnId="{A2C47D9A-CEDB-4EAE-988A-5F8A24735E22}">
      <dgm:prSet/>
      <dgm:spPr/>
      <dgm:t>
        <a:bodyPr/>
        <a:lstStyle/>
        <a:p>
          <a:endParaRPr lang="en-PK" sz="1000"/>
        </a:p>
      </dgm:t>
    </dgm:pt>
    <dgm:pt modelId="{A346A5E6-6D56-4DEB-8892-7E69FA5EA994}" type="sibTrans" cxnId="{A2C47D9A-CEDB-4EAE-988A-5F8A24735E22}">
      <dgm:prSet/>
      <dgm:spPr/>
      <dgm:t>
        <a:bodyPr/>
        <a:lstStyle/>
        <a:p>
          <a:endParaRPr lang="en-PK"/>
        </a:p>
      </dgm:t>
    </dgm:pt>
    <dgm:pt modelId="{4447ECA7-8E8F-479B-8CCA-46ECA562E6DB}">
      <dgm:prSet phldrT="[Text]" custT="1"/>
      <dgm:spPr/>
      <dgm:t>
        <a:bodyPr/>
        <a:lstStyle/>
        <a:p>
          <a:r>
            <a:rPr lang="en-US" sz="1000" dirty="0"/>
            <a:t>Process Sales</a:t>
          </a:r>
        </a:p>
        <a:p>
          <a:r>
            <a:rPr lang="en-US" sz="1000" dirty="0"/>
            <a:t>3.1</a:t>
          </a:r>
          <a:endParaRPr lang="en-PK" sz="1000" dirty="0"/>
        </a:p>
      </dgm:t>
    </dgm:pt>
    <dgm:pt modelId="{6F351404-616D-464B-9FE3-4208CD9CBDFE}" type="parTrans" cxnId="{3244467A-27DE-4837-8736-9C2FF09F620D}">
      <dgm:prSet/>
      <dgm:spPr/>
      <dgm:t>
        <a:bodyPr/>
        <a:lstStyle/>
        <a:p>
          <a:endParaRPr lang="en-PK" sz="1000"/>
        </a:p>
      </dgm:t>
    </dgm:pt>
    <dgm:pt modelId="{D3F312C6-64E8-43BE-BAA0-93396CFAFC65}" type="sibTrans" cxnId="{3244467A-27DE-4837-8736-9C2FF09F620D}">
      <dgm:prSet/>
      <dgm:spPr/>
      <dgm:t>
        <a:bodyPr/>
        <a:lstStyle/>
        <a:p>
          <a:endParaRPr lang="en-PK"/>
        </a:p>
      </dgm:t>
    </dgm:pt>
    <dgm:pt modelId="{87443B80-1FAE-4D36-861B-B2347C8FCF3B}">
      <dgm:prSet phldrT="[Text]" custT="1"/>
      <dgm:spPr/>
      <dgm:t>
        <a:bodyPr/>
        <a:lstStyle/>
        <a:p>
          <a:r>
            <a:rPr lang="en-US" sz="1000" dirty="0"/>
            <a:t>Process Returns</a:t>
          </a:r>
        </a:p>
        <a:p>
          <a:r>
            <a:rPr lang="en-US" sz="1000" dirty="0"/>
            <a:t>3.2</a:t>
          </a:r>
          <a:endParaRPr lang="en-PK" sz="1000" dirty="0"/>
        </a:p>
      </dgm:t>
    </dgm:pt>
    <dgm:pt modelId="{958CDD19-94C2-4C68-B603-884740100DE3}" type="parTrans" cxnId="{59D1277A-52E1-45F9-863B-74F9594D114F}">
      <dgm:prSet/>
      <dgm:spPr/>
      <dgm:t>
        <a:bodyPr/>
        <a:lstStyle/>
        <a:p>
          <a:endParaRPr lang="en-PK" sz="1000"/>
        </a:p>
      </dgm:t>
    </dgm:pt>
    <dgm:pt modelId="{DCFF33F0-44F4-41F4-8756-F3046076AD35}" type="sibTrans" cxnId="{59D1277A-52E1-45F9-863B-74F9594D114F}">
      <dgm:prSet/>
      <dgm:spPr/>
      <dgm:t>
        <a:bodyPr/>
        <a:lstStyle/>
        <a:p>
          <a:endParaRPr lang="en-PK"/>
        </a:p>
      </dgm:t>
    </dgm:pt>
    <dgm:pt modelId="{E8340AF6-541E-40DF-BE67-B537DC43FBF7}">
      <dgm:prSet phldrT="[Text]" custT="1"/>
      <dgm:spPr/>
      <dgm:t>
        <a:bodyPr/>
        <a:lstStyle/>
        <a:p>
          <a:r>
            <a:rPr lang="en-US" sz="1000" dirty="0"/>
            <a:t>Order</a:t>
          </a:r>
        </a:p>
        <a:p>
          <a:r>
            <a:rPr lang="en-US" sz="1000" dirty="0"/>
            <a:t>4.1</a:t>
          </a:r>
          <a:endParaRPr lang="en-PK" sz="1000" dirty="0"/>
        </a:p>
      </dgm:t>
    </dgm:pt>
    <dgm:pt modelId="{9CAE6A60-405B-4FFA-8B96-1531C66A5D43}" type="parTrans" cxnId="{9678DC93-3E7D-42EF-A641-78565C1D92B5}">
      <dgm:prSet/>
      <dgm:spPr/>
      <dgm:t>
        <a:bodyPr/>
        <a:lstStyle/>
        <a:p>
          <a:endParaRPr lang="en-PK" sz="1000"/>
        </a:p>
      </dgm:t>
    </dgm:pt>
    <dgm:pt modelId="{0FE4F189-A9E7-45B9-A2DA-C624A5C79D3B}" type="sibTrans" cxnId="{9678DC93-3E7D-42EF-A641-78565C1D92B5}">
      <dgm:prSet/>
      <dgm:spPr/>
      <dgm:t>
        <a:bodyPr/>
        <a:lstStyle/>
        <a:p>
          <a:endParaRPr lang="en-PK"/>
        </a:p>
      </dgm:t>
    </dgm:pt>
    <dgm:pt modelId="{FC8556CA-7A60-43E4-B2AE-03D913122EE8}">
      <dgm:prSet phldrT="[Text]" custT="1"/>
      <dgm:spPr/>
      <dgm:t>
        <a:bodyPr/>
        <a:lstStyle/>
        <a:p>
          <a:r>
            <a:rPr lang="en-US" sz="1000" dirty="0"/>
            <a:t>Receipt</a:t>
          </a:r>
        </a:p>
        <a:p>
          <a:r>
            <a:rPr lang="en-US" sz="1000" dirty="0"/>
            <a:t>4.2</a:t>
          </a:r>
          <a:endParaRPr lang="en-PK" sz="1000" dirty="0"/>
        </a:p>
      </dgm:t>
    </dgm:pt>
    <dgm:pt modelId="{6EE0626A-2A73-4145-B74D-5A7CF0F3A659}" type="parTrans" cxnId="{CD7D17B9-56BE-45E9-AA0E-374B1C43E4E8}">
      <dgm:prSet/>
      <dgm:spPr/>
      <dgm:t>
        <a:bodyPr/>
        <a:lstStyle/>
        <a:p>
          <a:endParaRPr lang="en-PK" sz="1000"/>
        </a:p>
      </dgm:t>
    </dgm:pt>
    <dgm:pt modelId="{2D4F0BEC-28EC-476F-A4D4-6AB00C563712}" type="sibTrans" cxnId="{CD7D17B9-56BE-45E9-AA0E-374B1C43E4E8}">
      <dgm:prSet/>
      <dgm:spPr/>
      <dgm:t>
        <a:bodyPr/>
        <a:lstStyle/>
        <a:p>
          <a:endParaRPr lang="en-PK"/>
        </a:p>
      </dgm:t>
    </dgm:pt>
    <dgm:pt modelId="{52E7D555-28E2-43DA-939C-849D016DE265}">
      <dgm:prSet phldrT="[Text]" custT="1"/>
      <dgm:spPr/>
      <dgm:t>
        <a:bodyPr/>
        <a:lstStyle/>
        <a:p>
          <a:r>
            <a:rPr lang="en-US" sz="1000" dirty="0"/>
            <a:t>Reject</a:t>
          </a:r>
        </a:p>
        <a:p>
          <a:r>
            <a:rPr lang="en-US" sz="1000" dirty="0"/>
            <a:t>4.3</a:t>
          </a:r>
          <a:endParaRPr lang="en-PK" sz="1000" dirty="0"/>
        </a:p>
      </dgm:t>
    </dgm:pt>
    <dgm:pt modelId="{E1E1BF65-1B41-49F7-B9BC-7E06F0EE175B}" type="parTrans" cxnId="{2298693D-8C13-4F10-A9C9-F1E7914BEF88}">
      <dgm:prSet/>
      <dgm:spPr/>
      <dgm:t>
        <a:bodyPr/>
        <a:lstStyle/>
        <a:p>
          <a:endParaRPr lang="en-PK" sz="1000"/>
        </a:p>
      </dgm:t>
    </dgm:pt>
    <dgm:pt modelId="{F64F36AF-C7F7-43D2-A20D-BAE6F927F4B5}" type="sibTrans" cxnId="{2298693D-8C13-4F10-A9C9-F1E7914BEF88}">
      <dgm:prSet/>
      <dgm:spPr/>
      <dgm:t>
        <a:bodyPr/>
        <a:lstStyle/>
        <a:p>
          <a:endParaRPr lang="en-PK"/>
        </a:p>
      </dgm:t>
    </dgm:pt>
    <dgm:pt modelId="{0BA6C70A-A2B7-4ADE-98E6-842D1C62F29D}">
      <dgm:prSet phldrT="[Text]" custT="1"/>
      <dgm:spPr/>
      <dgm:t>
        <a:bodyPr/>
        <a:lstStyle/>
        <a:p>
          <a:r>
            <a:rPr lang="en-US" sz="1000" dirty="0"/>
            <a:t>Transfer</a:t>
          </a:r>
        </a:p>
        <a:p>
          <a:r>
            <a:rPr lang="en-US" sz="1000" dirty="0"/>
            <a:t>4.4</a:t>
          </a:r>
          <a:endParaRPr lang="en-PK" sz="1000" dirty="0"/>
        </a:p>
      </dgm:t>
    </dgm:pt>
    <dgm:pt modelId="{EADA245D-7B34-45F5-846E-AAC5DC8AC191}" type="parTrans" cxnId="{BAC649C3-F0E3-4E57-9131-EBAF99C4F22C}">
      <dgm:prSet/>
      <dgm:spPr/>
      <dgm:t>
        <a:bodyPr/>
        <a:lstStyle/>
        <a:p>
          <a:endParaRPr lang="en-PK" sz="1000"/>
        </a:p>
      </dgm:t>
    </dgm:pt>
    <dgm:pt modelId="{653CF579-E668-45A7-BEF1-C29DCAB976E4}" type="sibTrans" cxnId="{BAC649C3-F0E3-4E57-9131-EBAF99C4F22C}">
      <dgm:prSet/>
      <dgm:spPr/>
      <dgm:t>
        <a:bodyPr/>
        <a:lstStyle/>
        <a:p>
          <a:endParaRPr lang="en-PK"/>
        </a:p>
      </dgm:t>
    </dgm:pt>
    <dgm:pt modelId="{054DBE19-BB5A-4BED-A36A-31AB0072602C}">
      <dgm:prSet phldrT="[Text]" custT="1"/>
      <dgm:spPr/>
      <dgm:t>
        <a:bodyPr/>
        <a:lstStyle/>
        <a:p>
          <a:r>
            <a:rPr lang="en-US" sz="1000" dirty="0"/>
            <a:t>Time Reporting</a:t>
          </a:r>
        </a:p>
        <a:p>
          <a:r>
            <a:rPr lang="en-US" sz="1000" dirty="0"/>
            <a:t>5.1</a:t>
          </a:r>
          <a:endParaRPr lang="en-PK" sz="1000" dirty="0"/>
        </a:p>
      </dgm:t>
    </dgm:pt>
    <dgm:pt modelId="{F2D4D2DB-4129-4CFA-B5F2-78659D045318}" type="parTrans" cxnId="{52B36837-6F85-421D-9789-2079CB299472}">
      <dgm:prSet/>
      <dgm:spPr/>
      <dgm:t>
        <a:bodyPr/>
        <a:lstStyle/>
        <a:p>
          <a:endParaRPr lang="en-PK" sz="1000"/>
        </a:p>
      </dgm:t>
    </dgm:pt>
    <dgm:pt modelId="{7B784531-BDBC-450E-8443-5C62AED76EB0}" type="sibTrans" cxnId="{52B36837-6F85-421D-9789-2079CB299472}">
      <dgm:prSet/>
      <dgm:spPr/>
      <dgm:t>
        <a:bodyPr/>
        <a:lstStyle/>
        <a:p>
          <a:endParaRPr lang="en-PK"/>
        </a:p>
      </dgm:t>
    </dgm:pt>
    <dgm:pt modelId="{F98C89A7-A598-403A-877A-192E12B1F82B}">
      <dgm:prSet phldrT="[Text]" custT="1"/>
      <dgm:spPr/>
      <dgm:t>
        <a:bodyPr/>
        <a:lstStyle/>
        <a:p>
          <a:r>
            <a:rPr lang="en-US" sz="1000" dirty="0"/>
            <a:t>Add / Delete</a:t>
          </a:r>
        </a:p>
        <a:p>
          <a:r>
            <a:rPr lang="en-US" sz="1000" dirty="0"/>
            <a:t>5.2</a:t>
          </a:r>
          <a:endParaRPr lang="en-PK" sz="1000" dirty="0"/>
        </a:p>
      </dgm:t>
    </dgm:pt>
    <dgm:pt modelId="{6AE58694-FB1D-4E1B-A2AA-673D14CE8D90}" type="parTrans" cxnId="{2C3C9E24-45A6-40DE-8BD7-616FF6E6C290}">
      <dgm:prSet/>
      <dgm:spPr/>
      <dgm:t>
        <a:bodyPr/>
        <a:lstStyle/>
        <a:p>
          <a:endParaRPr lang="en-PK" sz="1000"/>
        </a:p>
      </dgm:t>
    </dgm:pt>
    <dgm:pt modelId="{BAB6DEDF-4E3D-4908-8F6B-D78F654F15C4}" type="sibTrans" cxnId="{2C3C9E24-45A6-40DE-8BD7-616FF6E6C290}">
      <dgm:prSet/>
      <dgm:spPr/>
      <dgm:t>
        <a:bodyPr/>
        <a:lstStyle/>
        <a:p>
          <a:endParaRPr lang="en-PK"/>
        </a:p>
      </dgm:t>
    </dgm:pt>
    <dgm:pt modelId="{1814929F-943F-40C2-8DA6-D125B4CBEAFF}" type="pres">
      <dgm:prSet presAssocID="{0EC4C9B2-E0A5-4CA9-BAB9-A5B82A8F5104}" presName="hierChild1" presStyleCnt="0">
        <dgm:presLayoutVars>
          <dgm:orgChart val="1"/>
          <dgm:chPref val="1"/>
          <dgm:dir/>
          <dgm:animOne val="branch"/>
          <dgm:animLvl val="lvl"/>
          <dgm:resizeHandles/>
        </dgm:presLayoutVars>
      </dgm:prSet>
      <dgm:spPr/>
    </dgm:pt>
    <dgm:pt modelId="{5C902A25-58EE-4D6C-AB60-08060F0004C2}" type="pres">
      <dgm:prSet presAssocID="{BBF5316F-F78A-45D7-A7A9-43B5CAE7E012}" presName="hierRoot1" presStyleCnt="0">
        <dgm:presLayoutVars>
          <dgm:hierBranch val="init"/>
        </dgm:presLayoutVars>
      </dgm:prSet>
      <dgm:spPr/>
    </dgm:pt>
    <dgm:pt modelId="{4AEDA2E9-9ADA-4B9D-95A0-97C91B38FF91}" type="pres">
      <dgm:prSet presAssocID="{BBF5316F-F78A-45D7-A7A9-43B5CAE7E012}" presName="rootComposite1" presStyleCnt="0"/>
      <dgm:spPr/>
    </dgm:pt>
    <dgm:pt modelId="{34C325FF-E931-4E78-8238-2CD8662F476D}" type="pres">
      <dgm:prSet presAssocID="{BBF5316F-F78A-45D7-A7A9-43B5CAE7E012}" presName="rootText1" presStyleLbl="node0" presStyleIdx="0" presStyleCnt="1" custScaleX="156629" custScaleY="245236" custLinFactX="-142357" custLinFactNeighborX="-200000" custLinFactNeighborY="-68771">
        <dgm:presLayoutVars>
          <dgm:chPref val="3"/>
        </dgm:presLayoutVars>
      </dgm:prSet>
      <dgm:spPr/>
    </dgm:pt>
    <dgm:pt modelId="{E6CB3051-EDFB-4F3A-A759-D35933BCF4EE}" type="pres">
      <dgm:prSet presAssocID="{BBF5316F-F78A-45D7-A7A9-43B5CAE7E012}" presName="rootConnector1" presStyleLbl="node1" presStyleIdx="0" presStyleCnt="0"/>
      <dgm:spPr/>
    </dgm:pt>
    <dgm:pt modelId="{DB76ABCB-4B5C-49C4-8295-4E8F71683540}" type="pres">
      <dgm:prSet presAssocID="{BBF5316F-F78A-45D7-A7A9-43B5CAE7E012}" presName="hierChild2" presStyleCnt="0"/>
      <dgm:spPr/>
    </dgm:pt>
    <dgm:pt modelId="{99028272-7C9C-4405-955B-4DFABCC85067}" type="pres">
      <dgm:prSet presAssocID="{BB474531-4278-4DC8-946D-0099D62A9E8F}" presName="Name37" presStyleLbl="parChTrans1D2" presStyleIdx="0" presStyleCnt="5" custSzX="4652263" custSzY="1051586"/>
      <dgm:spPr/>
    </dgm:pt>
    <dgm:pt modelId="{FF64C642-F8BB-4BDE-A14F-8D870A73CBFB}" type="pres">
      <dgm:prSet presAssocID="{E71DBE58-7FFB-475A-A351-B6592ECA7DCC}" presName="hierRoot2" presStyleCnt="0">
        <dgm:presLayoutVars>
          <dgm:hierBranch/>
        </dgm:presLayoutVars>
      </dgm:prSet>
      <dgm:spPr/>
    </dgm:pt>
    <dgm:pt modelId="{25675912-5B97-4EE6-9D31-A83A78A917A8}" type="pres">
      <dgm:prSet presAssocID="{E71DBE58-7FFB-475A-A351-B6592ECA7DCC}" presName="rootComposite" presStyleCnt="0"/>
      <dgm:spPr/>
    </dgm:pt>
    <dgm:pt modelId="{023202DF-60D2-4BD2-8519-5136A8F8C556}" type="pres">
      <dgm:prSet presAssocID="{E71DBE58-7FFB-475A-A351-B6592ECA7DCC}" presName="rootText" presStyleLbl="node2" presStyleIdx="0" presStyleCnt="5" custScaleX="156629" custScaleY="245236">
        <dgm:presLayoutVars>
          <dgm:chPref val="3"/>
        </dgm:presLayoutVars>
      </dgm:prSet>
      <dgm:spPr/>
    </dgm:pt>
    <dgm:pt modelId="{58C01A12-8A7F-4CB3-ABAD-541C5CF3B64F}" type="pres">
      <dgm:prSet presAssocID="{E71DBE58-7FFB-475A-A351-B6592ECA7DCC}" presName="rootConnector" presStyleLbl="node2" presStyleIdx="0" presStyleCnt="5"/>
      <dgm:spPr/>
    </dgm:pt>
    <dgm:pt modelId="{5E45D938-DBB4-4DD9-842D-DED5E42783CB}" type="pres">
      <dgm:prSet presAssocID="{E71DBE58-7FFB-475A-A351-B6592ECA7DCC}" presName="hierChild4" presStyleCnt="0"/>
      <dgm:spPr/>
    </dgm:pt>
    <dgm:pt modelId="{347A36FB-40AA-4EAB-99B4-4BDD07F2028A}" type="pres">
      <dgm:prSet presAssocID="{9253E2A2-CB27-4EA1-9591-DE9C54A858D2}" presName="Name35" presStyleLbl="parChTrans1D3" presStyleIdx="0" presStyleCnt="15" custSzX="2203404" custSzY="3826677"/>
      <dgm:spPr/>
    </dgm:pt>
    <dgm:pt modelId="{9B8462FD-89D1-4A7B-8DC4-C894DD20DFA1}" type="pres">
      <dgm:prSet presAssocID="{00A749BB-7326-444E-9BA7-1810DAB39F9B}" presName="hierRoot2" presStyleCnt="0">
        <dgm:presLayoutVars>
          <dgm:hierBranch val="init"/>
        </dgm:presLayoutVars>
      </dgm:prSet>
      <dgm:spPr/>
    </dgm:pt>
    <dgm:pt modelId="{E9168671-BD05-4007-8C84-EC21B64B3ADE}" type="pres">
      <dgm:prSet presAssocID="{00A749BB-7326-444E-9BA7-1810DAB39F9B}" presName="rootComposite" presStyleCnt="0"/>
      <dgm:spPr/>
    </dgm:pt>
    <dgm:pt modelId="{7B2B0754-1FEA-4C64-B9B5-BB1F6705E09A}" type="pres">
      <dgm:prSet presAssocID="{00A749BB-7326-444E-9BA7-1810DAB39F9B}" presName="rootText" presStyleLbl="node3" presStyleIdx="0" presStyleCnt="15" custScaleX="156629" custScaleY="245236" custLinFactY="161091" custLinFactNeighborX="-201" custLinFactNeighborY="200000">
        <dgm:presLayoutVars>
          <dgm:chPref val="3"/>
        </dgm:presLayoutVars>
      </dgm:prSet>
      <dgm:spPr/>
    </dgm:pt>
    <dgm:pt modelId="{308FA313-6FBF-4BC4-9E84-42737884CC3B}" type="pres">
      <dgm:prSet presAssocID="{00A749BB-7326-444E-9BA7-1810DAB39F9B}" presName="rootConnector" presStyleLbl="node3" presStyleIdx="0" presStyleCnt="15"/>
      <dgm:spPr/>
    </dgm:pt>
    <dgm:pt modelId="{D5A70DCC-3D1D-4C17-A2AF-D8C0F50E25E4}" type="pres">
      <dgm:prSet presAssocID="{00A749BB-7326-444E-9BA7-1810DAB39F9B}" presName="hierChild4" presStyleCnt="0"/>
      <dgm:spPr/>
    </dgm:pt>
    <dgm:pt modelId="{FD8C98ED-B4FC-4ACF-8030-5582B014BA82}" type="pres">
      <dgm:prSet presAssocID="{00A749BB-7326-444E-9BA7-1810DAB39F9B}" presName="hierChild5" presStyleCnt="0"/>
      <dgm:spPr/>
    </dgm:pt>
    <dgm:pt modelId="{04ACC6E9-6E58-4554-9999-AA2F47119AAF}" type="pres">
      <dgm:prSet presAssocID="{D1479184-79E3-437F-B052-FD94EBF9ADC8}" presName="Name35" presStyleLbl="parChTrans1D3" presStyleIdx="1" presStyleCnt="15" custSzX="744157" custSzY="3826677"/>
      <dgm:spPr/>
    </dgm:pt>
    <dgm:pt modelId="{A7B65C33-5E3A-4339-B9AF-C13E99CA4F49}" type="pres">
      <dgm:prSet presAssocID="{7618CDC9-9D8E-481D-ABD9-0127619D6080}" presName="hierRoot2" presStyleCnt="0">
        <dgm:presLayoutVars>
          <dgm:hierBranch val="init"/>
        </dgm:presLayoutVars>
      </dgm:prSet>
      <dgm:spPr/>
    </dgm:pt>
    <dgm:pt modelId="{96719822-D955-4ED5-B4AA-5FC9A056E268}" type="pres">
      <dgm:prSet presAssocID="{7618CDC9-9D8E-481D-ABD9-0127619D6080}" presName="rootComposite" presStyleCnt="0"/>
      <dgm:spPr/>
    </dgm:pt>
    <dgm:pt modelId="{0F53FA44-84AB-4530-9D66-15F38814DA2C}" type="pres">
      <dgm:prSet presAssocID="{7618CDC9-9D8E-481D-ABD9-0127619D6080}" presName="rootText" presStyleLbl="node3" presStyleIdx="1" presStyleCnt="15" custScaleX="156629" custScaleY="245236" custLinFactY="161091" custLinFactNeighborX="-866" custLinFactNeighborY="200000">
        <dgm:presLayoutVars>
          <dgm:chPref val="3"/>
        </dgm:presLayoutVars>
      </dgm:prSet>
      <dgm:spPr/>
    </dgm:pt>
    <dgm:pt modelId="{3055477C-B0B6-454D-A377-53BE21C20A67}" type="pres">
      <dgm:prSet presAssocID="{7618CDC9-9D8E-481D-ABD9-0127619D6080}" presName="rootConnector" presStyleLbl="node3" presStyleIdx="1" presStyleCnt="15"/>
      <dgm:spPr/>
    </dgm:pt>
    <dgm:pt modelId="{5DD18095-2FB1-43EA-848D-F209DE9C73A0}" type="pres">
      <dgm:prSet presAssocID="{7618CDC9-9D8E-481D-ABD9-0127619D6080}" presName="hierChild4" presStyleCnt="0"/>
      <dgm:spPr/>
    </dgm:pt>
    <dgm:pt modelId="{B3D33E77-E7A7-4646-B8C9-2E7063D2D3B8}" type="pres">
      <dgm:prSet presAssocID="{7618CDC9-9D8E-481D-ABD9-0127619D6080}" presName="hierChild5" presStyleCnt="0"/>
      <dgm:spPr/>
    </dgm:pt>
    <dgm:pt modelId="{91D08556-5313-4AB6-B573-0D20E5EBBCC8}" type="pres">
      <dgm:prSet presAssocID="{D9D4F79A-9647-443E-982D-DD5CBA852718}" presName="Name35" presStyleLbl="parChTrans1D3" presStyleIdx="2" presStyleCnt="15" custSzX="733655" custSzY="3826677"/>
      <dgm:spPr/>
    </dgm:pt>
    <dgm:pt modelId="{E7E96837-BD47-4CFA-8710-6022C6D45A9C}" type="pres">
      <dgm:prSet presAssocID="{DD51B87B-5C9A-457E-B310-953A26CF976E}" presName="hierRoot2" presStyleCnt="0">
        <dgm:presLayoutVars>
          <dgm:hierBranch val="init"/>
        </dgm:presLayoutVars>
      </dgm:prSet>
      <dgm:spPr/>
    </dgm:pt>
    <dgm:pt modelId="{72DB8E5B-10B3-425B-8014-9DD8D7ADDFAA}" type="pres">
      <dgm:prSet presAssocID="{DD51B87B-5C9A-457E-B310-953A26CF976E}" presName="rootComposite" presStyleCnt="0"/>
      <dgm:spPr/>
    </dgm:pt>
    <dgm:pt modelId="{811F3665-BF49-4A63-A826-FB29EBDBC81F}" type="pres">
      <dgm:prSet presAssocID="{DD51B87B-5C9A-457E-B310-953A26CF976E}" presName="rootText" presStyleLbl="node3" presStyleIdx="2" presStyleCnt="15" custScaleX="156629" custScaleY="245236" custLinFactY="161091" custLinFactNeighborY="200000">
        <dgm:presLayoutVars>
          <dgm:chPref val="3"/>
        </dgm:presLayoutVars>
      </dgm:prSet>
      <dgm:spPr/>
    </dgm:pt>
    <dgm:pt modelId="{2F4D7938-5479-4E8A-958D-26EF4E5CD192}" type="pres">
      <dgm:prSet presAssocID="{DD51B87B-5C9A-457E-B310-953A26CF976E}" presName="rootConnector" presStyleLbl="node3" presStyleIdx="2" presStyleCnt="15"/>
      <dgm:spPr/>
    </dgm:pt>
    <dgm:pt modelId="{203D6355-6D1D-4DFC-A28A-2D23C2B669C5}" type="pres">
      <dgm:prSet presAssocID="{DD51B87B-5C9A-457E-B310-953A26CF976E}" presName="hierChild4" presStyleCnt="0"/>
      <dgm:spPr/>
    </dgm:pt>
    <dgm:pt modelId="{A38829F1-DA56-4C7A-8500-F17A77E37707}" type="pres">
      <dgm:prSet presAssocID="{DD51B87B-5C9A-457E-B310-953A26CF976E}" presName="hierChild5" presStyleCnt="0"/>
      <dgm:spPr/>
    </dgm:pt>
    <dgm:pt modelId="{759CC34E-1046-4317-BD49-D4DFA3707B70}" type="pres">
      <dgm:prSet presAssocID="{FC5FE104-20BE-45A5-8085-9D55F8716367}" presName="Name35" presStyleLbl="parChTrans1D3" presStyleIdx="3" presStyleCnt="15" custSzX="2200967" custSzY="3826677"/>
      <dgm:spPr/>
    </dgm:pt>
    <dgm:pt modelId="{A8CD7596-7E22-4380-A92C-97A1CF72A340}" type="pres">
      <dgm:prSet presAssocID="{8571E4B1-A1E4-4BD4-90F3-6733502B9585}" presName="hierRoot2" presStyleCnt="0">
        <dgm:presLayoutVars>
          <dgm:hierBranch val="init"/>
        </dgm:presLayoutVars>
      </dgm:prSet>
      <dgm:spPr/>
    </dgm:pt>
    <dgm:pt modelId="{68444360-66F0-47F7-B7BD-6F9934E80209}" type="pres">
      <dgm:prSet presAssocID="{8571E4B1-A1E4-4BD4-90F3-6733502B9585}" presName="rootComposite" presStyleCnt="0"/>
      <dgm:spPr/>
    </dgm:pt>
    <dgm:pt modelId="{498DC336-5231-4F6D-AE2D-1FB8EE87DA17}" type="pres">
      <dgm:prSet presAssocID="{8571E4B1-A1E4-4BD4-90F3-6733502B9585}" presName="rootText" presStyleLbl="node3" presStyleIdx="3" presStyleCnt="15" custScaleX="156629" custScaleY="245236" custLinFactY="161091" custLinFactNeighborY="200000">
        <dgm:presLayoutVars>
          <dgm:chPref val="3"/>
        </dgm:presLayoutVars>
      </dgm:prSet>
      <dgm:spPr/>
    </dgm:pt>
    <dgm:pt modelId="{9363E881-30A2-4D05-8EDD-AB24AFD25FF0}" type="pres">
      <dgm:prSet presAssocID="{8571E4B1-A1E4-4BD4-90F3-6733502B9585}" presName="rootConnector" presStyleLbl="node3" presStyleIdx="3" presStyleCnt="15"/>
      <dgm:spPr/>
    </dgm:pt>
    <dgm:pt modelId="{E37893E7-2038-4A0F-A02C-1E1D2E8174B0}" type="pres">
      <dgm:prSet presAssocID="{8571E4B1-A1E4-4BD4-90F3-6733502B9585}" presName="hierChild4" presStyleCnt="0"/>
      <dgm:spPr/>
    </dgm:pt>
    <dgm:pt modelId="{8C3A5026-7A59-40AC-825D-DFB7D7251D7C}" type="pres">
      <dgm:prSet presAssocID="{8571E4B1-A1E4-4BD4-90F3-6733502B9585}" presName="hierChild5" presStyleCnt="0"/>
      <dgm:spPr/>
    </dgm:pt>
    <dgm:pt modelId="{11A86171-CEB3-49C3-8A48-4B27410B354D}" type="pres">
      <dgm:prSet presAssocID="{E71DBE58-7FFB-475A-A351-B6592ECA7DCC}" presName="hierChild5" presStyleCnt="0"/>
      <dgm:spPr/>
    </dgm:pt>
    <dgm:pt modelId="{47A612A1-0D42-4183-A829-FA2B011622D7}" type="pres">
      <dgm:prSet presAssocID="{6F62260D-C194-4D56-814B-A20BF5A75E23}" presName="Name37" presStyleLbl="parChTrans1D2" presStyleIdx="1" presStyleCnt="5" custSzX="2608370" custSzY="1051586"/>
      <dgm:spPr/>
    </dgm:pt>
    <dgm:pt modelId="{46CC64D7-3A01-477D-AC10-4BE59ABD2AC3}" type="pres">
      <dgm:prSet presAssocID="{D9A91FED-3A9A-444F-82D8-3E5AE0A6B901}" presName="hierRoot2" presStyleCnt="0">
        <dgm:presLayoutVars>
          <dgm:hierBranch/>
        </dgm:presLayoutVars>
      </dgm:prSet>
      <dgm:spPr/>
    </dgm:pt>
    <dgm:pt modelId="{2C34B764-B841-46AD-829B-F15FA7C856ED}" type="pres">
      <dgm:prSet presAssocID="{D9A91FED-3A9A-444F-82D8-3E5AE0A6B901}" presName="rootComposite" presStyleCnt="0"/>
      <dgm:spPr/>
    </dgm:pt>
    <dgm:pt modelId="{BA80B6FE-F81D-4BD6-93D1-7EE9AF534738}" type="pres">
      <dgm:prSet presAssocID="{D9A91FED-3A9A-444F-82D8-3E5AE0A6B901}" presName="rootText" presStyleLbl="node2" presStyleIdx="1" presStyleCnt="5" custScaleX="156629" custScaleY="245236" custLinFactX="-100000" custLinFactNeighborX="-154953">
        <dgm:presLayoutVars>
          <dgm:chPref val="3"/>
        </dgm:presLayoutVars>
      </dgm:prSet>
      <dgm:spPr/>
    </dgm:pt>
    <dgm:pt modelId="{F2BACC90-12FE-4A4E-BAEA-87726570CE93}" type="pres">
      <dgm:prSet presAssocID="{D9A91FED-3A9A-444F-82D8-3E5AE0A6B901}" presName="rootConnector" presStyleLbl="node2" presStyleIdx="1" presStyleCnt="5"/>
      <dgm:spPr/>
    </dgm:pt>
    <dgm:pt modelId="{3D4BD85F-45C6-44EE-8BD7-1945C50EEFF6}" type="pres">
      <dgm:prSet presAssocID="{D9A91FED-3A9A-444F-82D8-3E5AE0A6B901}" presName="hierChild4" presStyleCnt="0"/>
      <dgm:spPr/>
    </dgm:pt>
    <dgm:pt modelId="{B34552AA-5E32-4043-8859-217BC1D4FF27}" type="pres">
      <dgm:prSet presAssocID="{89B5972D-011E-4E7C-9CE7-52FA714BAE36}" presName="Name35" presStyleLbl="parChTrans1D3" presStyleIdx="4" presStyleCnt="15" custSzX="1275057" custSzY="398720"/>
      <dgm:spPr/>
    </dgm:pt>
    <dgm:pt modelId="{3FAC9D9F-1466-4D0E-864E-74EC8116D6B8}" type="pres">
      <dgm:prSet presAssocID="{B39C5B1B-37D9-496F-A873-185BC0C47A72}" presName="hierRoot2" presStyleCnt="0">
        <dgm:presLayoutVars>
          <dgm:hierBranch val="init"/>
        </dgm:presLayoutVars>
      </dgm:prSet>
      <dgm:spPr/>
    </dgm:pt>
    <dgm:pt modelId="{9CA7CE9D-86F3-4F70-ABC2-D9F1EBA37E06}" type="pres">
      <dgm:prSet presAssocID="{B39C5B1B-37D9-496F-A873-185BC0C47A72}" presName="rootComposite" presStyleCnt="0"/>
      <dgm:spPr/>
    </dgm:pt>
    <dgm:pt modelId="{BA59F911-801C-4F3F-B4CA-AEE44FD104F6}" type="pres">
      <dgm:prSet presAssocID="{B39C5B1B-37D9-496F-A873-185BC0C47A72}" presName="rootText" presStyleLbl="node3" presStyleIdx="4" presStyleCnt="15" custScaleX="156629" custScaleY="245236" custLinFactX="-100000" custLinFactNeighborX="-139099">
        <dgm:presLayoutVars>
          <dgm:chPref val="3"/>
        </dgm:presLayoutVars>
      </dgm:prSet>
      <dgm:spPr/>
    </dgm:pt>
    <dgm:pt modelId="{81F9664D-0034-491B-95A3-0DF5C5B7C2F9}" type="pres">
      <dgm:prSet presAssocID="{B39C5B1B-37D9-496F-A873-185BC0C47A72}" presName="rootConnector" presStyleLbl="node3" presStyleIdx="4" presStyleCnt="15"/>
      <dgm:spPr/>
    </dgm:pt>
    <dgm:pt modelId="{78ACB026-158E-455D-BEE7-47C0F812D896}" type="pres">
      <dgm:prSet presAssocID="{B39C5B1B-37D9-496F-A873-185BC0C47A72}" presName="hierChild4" presStyleCnt="0"/>
      <dgm:spPr/>
    </dgm:pt>
    <dgm:pt modelId="{1CFB5DE3-735F-4AFF-A96E-AFF7C6396B63}" type="pres">
      <dgm:prSet presAssocID="{B39C5B1B-37D9-496F-A873-185BC0C47A72}" presName="hierChild5" presStyleCnt="0"/>
      <dgm:spPr/>
    </dgm:pt>
    <dgm:pt modelId="{A62B8A32-D533-4924-A3F8-FFEAAA3D0453}" type="pres">
      <dgm:prSet presAssocID="{51D68A27-4DA8-4449-AC84-72D159BA66D6}" presName="Name35" presStyleLbl="parChTrans1D3" presStyleIdx="5" presStyleCnt="15" custSzX="192254" custSzY="398720"/>
      <dgm:spPr/>
    </dgm:pt>
    <dgm:pt modelId="{20418DF0-BAE0-49C1-A9FF-11B44A64C107}" type="pres">
      <dgm:prSet presAssocID="{E0F26A04-E7E0-49CE-86BB-C9A0020D5B00}" presName="hierRoot2" presStyleCnt="0">
        <dgm:presLayoutVars>
          <dgm:hierBranch val="init"/>
        </dgm:presLayoutVars>
      </dgm:prSet>
      <dgm:spPr/>
    </dgm:pt>
    <dgm:pt modelId="{01A43CF5-CE12-48F4-9E65-E0109C427B89}" type="pres">
      <dgm:prSet presAssocID="{E0F26A04-E7E0-49CE-86BB-C9A0020D5B00}" presName="rootComposite" presStyleCnt="0"/>
      <dgm:spPr/>
    </dgm:pt>
    <dgm:pt modelId="{B6B86D94-2EDA-4CCD-AA74-BAEC7C885B21}" type="pres">
      <dgm:prSet presAssocID="{E0F26A04-E7E0-49CE-86BB-C9A0020D5B00}" presName="rootText" presStyleLbl="node3" presStyleIdx="5" presStyleCnt="15" custScaleX="156629" custScaleY="245236" custLinFactX="-100000" custLinFactNeighborX="-139099">
        <dgm:presLayoutVars>
          <dgm:chPref val="3"/>
        </dgm:presLayoutVars>
      </dgm:prSet>
      <dgm:spPr/>
    </dgm:pt>
    <dgm:pt modelId="{A2DA3532-DAC9-471A-91E4-C5272A03D7F2}" type="pres">
      <dgm:prSet presAssocID="{E0F26A04-E7E0-49CE-86BB-C9A0020D5B00}" presName="rootConnector" presStyleLbl="node3" presStyleIdx="5" presStyleCnt="15"/>
      <dgm:spPr/>
    </dgm:pt>
    <dgm:pt modelId="{10EFE779-1F1F-41B3-AE76-A15B21C203A8}" type="pres">
      <dgm:prSet presAssocID="{E0F26A04-E7E0-49CE-86BB-C9A0020D5B00}" presName="hierChild4" presStyleCnt="0"/>
      <dgm:spPr/>
    </dgm:pt>
    <dgm:pt modelId="{4A0DEFE1-9A77-492D-9740-29A07725D828}" type="pres">
      <dgm:prSet presAssocID="{E0F26A04-E7E0-49CE-86BB-C9A0020D5B00}" presName="hierChild5" presStyleCnt="0"/>
      <dgm:spPr/>
    </dgm:pt>
    <dgm:pt modelId="{F003E5FF-2C70-4863-8AD5-47CAD87B65FC}" type="pres">
      <dgm:prSet presAssocID="{6D688F19-5177-4637-845B-7799202F5465}" presName="Name35" presStyleLbl="parChTrans1D3" presStyleIdx="6" presStyleCnt="15" custSzX="1659565" custSzY="398720"/>
      <dgm:spPr/>
    </dgm:pt>
    <dgm:pt modelId="{0D06EFBA-4A12-443E-9DBC-03E7B8862DB8}" type="pres">
      <dgm:prSet presAssocID="{7AAC44CB-04E3-4579-BD01-58DC11A9AFF9}" presName="hierRoot2" presStyleCnt="0">
        <dgm:presLayoutVars>
          <dgm:hierBranch val="init"/>
        </dgm:presLayoutVars>
      </dgm:prSet>
      <dgm:spPr/>
    </dgm:pt>
    <dgm:pt modelId="{81755EFE-CC75-42D7-A138-2E9C99CAACDE}" type="pres">
      <dgm:prSet presAssocID="{7AAC44CB-04E3-4579-BD01-58DC11A9AFF9}" presName="rootComposite" presStyleCnt="0"/>
      <dgm:spPr/>
    </dgm:pt>
    <dgm:pt modelId="{36680D4D-E9C2-4E7D-B4C2-E5E4EDAE3E31}" type="pres">
      <dgm:prSet presAssocID="{7AAC44CB-04E3-4579-BD01-58DC11A9AFF9}" presName="rootText" presStyleLbl="node3" presStyleIdx="6" presStyleCnt="15" custScaleX="156629" custScaleY="245236" custLinFactX="-100000" custLinFactNeighborX="-139099">
        <dgm:presLayoutVars>
          <dgm:chPref val="3"/>
        </dgm:presLayoutVars>
      </dgm:prSet>
      <dgm:spPr/>
    </dgm:pt>
    <dgm:pt modelId="{FBA95D31-9A31-459B-9965-6BAAA674A5D2}" type="pres">
      <dgm:prSet presAssocID="{7AAC44CB-04E3-4579-BD01-58DC11A9AFF9}" presName="rootConnector" presStyleLbl="node3" presStyleIdx="6" presStyleCnt="15"/>
      <dgm:spPr/>
    </dgm:pt>
    <dgm:pt modelId="{F38CED0E-33BC-4FD9-8B84-987D0FE7E918}" type="pres">
      <dgm:prSet presAssocID="{7AAC44CB-04E3-4579-BD01-58DC11A9AFF9}" presName="hierChild4" presStyleCnt="0"/>
      <dgm:spPr/>
    </dgm:pt>
    <dgm:pt modelId="{3F741546-6B09-45AC-975E-35886C431023}" type="pres">
      <dgm:prSet presAssocID="{7AAC44CB-04E3-4579-BD01-58DC11A9AFF9}" presName="hierChild5" presStyleCnt="0"/>
      <dgm:spPr/>
    </dgm:pt>
    <dgm:pt modelId="{C111E31C-CE4F-47CC-A232-9C4CA39F37C2}" type="pres">
      <dgm:prSet presAssocID="{D9A91FED-3A9A-444F-82D8-3E5AE0A6B901}" presName="hierChild5" presStyleCnt="0"/>
      <dgm:spPr/>
    </dgm:pt>
    <dgm:pt modelId="{AF165339-5D68-442E-A46B-E67D46775D69}" type="pres">
      <dgm:prSet presAssocID="{F4B8DD17-0A19-402A-B815-7427C8697F5A}" presName="Name37" presStyleLbl="parChTrans1D2" presStyleIdx="2" presStyleCnt="5" custSzX="143221" custSzY="1081556"/>
      <dgm:spPr/>
    </dgm:pt>
    <dgm:pt modelId="{D833D596-6E51-468D-8EDC-EA52AC1A2FA4}" type="pres">
      <dgm:prSet presAssocID="{3E368705-2F55-4671-A452-9D7110E3905B}" presName="hierRoot2" presStyleCnt="0">
        <dgm:presLayoutVars>
          <dgm:hierBranch/>
        </dgm:presLayoutVars>
      </dgm:prSet>
      <dgm:spPr/>
    </dgm:pt>
    <dgm:pt modelId="{148E8F29-D2D9-44DC-B68A-D66BA9562340}" type="pres">
      <dgm:prSet presAssocID="{3E368705-2F55-4671-A452-9D7110E3905B}" presName="rootComposite" presStyleCnt="0"/>
      <dgm:spPr/>
    </dgm:pt>
    <dgm:pt modelId="{342EB863-588E-4E12-8512-049A1D5E23C2}" type="pres">
      <dgm:prSet presAssocID="{3E368705-2F55-4671-A452-9D7110E3905B}" presName="rootText" presStyleLbl="node2" presStyleIdx="2" presStyleCnt="5" custScaleX="156629" custScaleY="245236" custLinFactX="-141473" custLinFactNeighborX="-200000" custLinFactNeighborY="3157">
        <dgm:presLayoutVars>
          <dgm:chPref val="3"/>
        </dgm:presLayoutVars>
      </dgm:prSet>
      <dgm:spPr/>
    </dgm:pt>
    <dgm:pt modelId="{10CDCEC8-9902-4E72-8736-DB3EEEF39B65}" type="pres">
      <dgm:prSet presAssocID="{3E368705-2F55-4671-A452-9D7110E3905B}" presName="rootConnector" presStyleLbl="node2" presStyleIdx="2" presStyleCnt="5"/>
      <dgm:spPr/>
    </dgm:pt>
    <dgm:pt modelId="{A6EF578A-4664-4395-81CE-BAD1D4B42725}" type="pres">
      <dgm:prSet presAssocID="{3E368705-2F55-4671-A452-9D7110E3905B}" presName="hierChild4" presStyleCnt="0"/>
      <dgm:spPr/>
    </dgm:pt>
    <dgm:pt modelId="{DEAA1C8A-D406-4C8C-A1F8-1ED103E1E289}" type="pres">
      <dgm:prSet presAssocID="{6F351404-616D-464B-9FE3-4208CD9CBDFE}" presName="Name35" presStyleLbl="parChTrans1D3" presStyleIdx="7" presStyleCnt="15" custSzX="717345" custSzY="2108782"/>
      <dgm:spPr/>
    </dgm:pt>
    <dgm:pt modelId="{B5F5FED5-15A8-43C7-9A82-5E06059E96A7}" type="pres">
      <dgm:prSet presAssocID="{4447ECA7-8E8F-479B-8CCA-46ECA562E6DB}" presName="hierRoot2" presStyleCnt="0">
        <dgm:presLayoutVars>
          <dgm:hierBranch val="init"/>
        </dgm:presLayoutVars>
      </dgm:prSet>
      <dgm:spPr/>
    </dgm:pt>
    <dgm:pt modelId="{F68C0E72-80E9-41BC-8E96-2C9846B2FCA2}" type="pres">
      <dgm:prSet presAssocID="{4447ECA7-8E8F-479B-8CCA-46ECA562E6DB}" presName="rootComposite" presStyleCnt="0"/>
      <dgm:spPr/>
    </dgm:pt>
    <dgm:pt modelId="{E4C43200-78FE-4E73-8EF1-1A5A6B5FECA3}" type="pres">
      <dgm:prSet presAssocID="{4447ECA7-8E8F-479B-8CCA-46ECA562E6DB}" presName="rootText" presStyleLbl="node3" presStyleIdx="7" presStyleCnt="15" custScaleX="156629" custScaleY="245236" custLinFactX="-147834" custLinFactY="119845" custLinFactNeighborX="-200000" custLinFactNeighborY="200000">
        <dgm:presLayoutVars>
          <dgm:chPref val="3"/>
        </dgm:presLayoutVars>
      </dgm:prSet>
      <dgm:spPr/>
    </dgm:pt>
    <dgm:pt modelId="{D37C862A-EA3D-46DD-B47F-68B8C3D00558}" type="pres">
      <dgm:prSet presAssocID="{4447ECA7-8E8F-479B-8CCA-46ECA562E6DB}" presName="rootConnector" presStyleLbl="node3" presStyleIdx="7" presStyleCnt="15"/>
      <dgm:spPr/>
    </dgm:pt>
    <dgm:pt modelId="{ED4F3B73-33E3-4252-AE3E-E9C5584B7917}" type="pres">
      <dgm:prSet presAssocID="{4447ECA7-8E8F-479B-8CCA-46ECA562E6DB}" presName="hierChild4" presStyleCnt="0"/>
      <dgm:spPr/>
    </dgm:pt>
    <dgm:pt modelId="{880B6EC7-5CD5-4CA6-BF95-39FF104F166D}" type="pres">
      <dgm:prSet presAssocID="{4447ECA7-8E8F-479B-8CCA-46ECA562E6DB}" presName="hierChild5" presStyleCnt="0"/>
      <dgm:spPr/>
    </dgm:pt>
    <dgm:pt modelId="{C04A8C97-0F13-4863-BE7D-7B9E5A3A6E64}" type="pres">
      <dgm:prSet presAssocID="{958CDD19-94C2-4C68-B603-884740100DE3}" presName="Name35" presStyleLbl="parChTrans1D3" presStyleIdx="8" presStyleCnt="15" custSzX="749966" custSzY="2108782"/>
      <dgm:spPr/>
    </dgm:pt>
    <dgm:pt modelId="{D72DD9C5-FC8E-4DC3-94E6-B7A002D794E3}" type="pres">
      <dgm:prSet presAssocID="{87443B80-1FAE-4D36-861B-B2347C8FCF3B}" presName="hierRoot2" presStyleCnt="0">
        <dgm:presLayoutVars>
          <dgm:hierBranch val="init"/>
        </dgm:presLayoutVars>
      </dgm:prSet>
      <dgm:spPr/>
    </dgm:pt>
    <dgm:pt modelId="{08F26909-914D-4E1E-B285-72EEE9B5B3E7}" type="pres">
      <dgm:prSet presAssocID="{87443B80-1FAE-4D36-861B-B2347C8FCF3B}" presName="rootComposite" presStyleCnt="0"/>
      <dgm:spPr/>
    </dgm:pt>
    <dgm:pt modelId="{43387251-1577-4DEC-8DA7-4EE0958EE896}" type="pres">
      <dgm:prSet presAssocID="{87443B80-1FAE-4D36-861B-B2347C8FCF3B}" presName="rootText" presStyleLbl="node3" presStyleIdx="8" presStyleCnt="15" custScaleX="156629" custScaleY="245236" custLinFactX="-147834" custLinFactY="119845" custLinFactNeighborX="-200000" custLinFactNeighborY="200000">
        <dgm:presLayoutVars>
          <dgm:chPref val="3"/>
        </dgm:presLayoutVars>
      </dgm:prSet>
      <dgm:spPr/>
    </dgm:pt>
    <dgm:pt modelId="{05C6DFEF-F54A-4A7F-BE0F-F314035614D9}" type="pres">
      <dgm:prSet presAssocID="{87443B80-1FAE-4D36-861B-B2347C8FCF3B}" presName="rootConnector" presStyleLbl="node3" presStyleIdx="8" presStyleCnt="15"/>
      <dgm:spPr/>
    </dgm:pt>
    <dgm:pt modelId="{305F12A2-E997-4B2F-AE8C-C6A785270D53}" type="pres">
      <dgm:prSet presAssocID="{87443B80-1FAE-4D36-861B-B2347C8FCF3B}" presName="hierChild4" presStyleCnt="0"/>
      <dgm:spPr/>
    </dgm:pt>
    <dgm:pt modelId="{D5E96EC4-EE3C-42B3-881B-89E1B9308A38}" type="pres">
      <dgm:prSet presAssocID="{87443B80-1FAE-4D36-861B-B2347C8FCF3B}" presName="hierChild5" presStyleCnt="0"/>
      <dgm:spPr/>
    </dgm:pt>
    <dgm:pt modelId="{FE4C4497-52D7-48A0-A92E-1EB4FB1C3699}" type="pres">
      <dgm:prSet presAssocID="{3E368705-2F55-4671-A452-9D7110E3905B}" presName="hierChild5" presStyleCnt="0"/>
      <dgm:spPr/>
    </dgm:pt>
    <dgm:pt modelId="{B377B8D1-8741-41C7-B4E8-9DC7783D747F}" type="pres">
      <dgm:prSet presAssocID="{15DC82B5-E97B-4D67-B747-C358466E439C}" presName="Name37" presStyleLbl="parChTrans1D2" presStyleIdx="3" presStyleCnt="5" custSzX="3201528" custSzY="1051586"/>
      <dgm:spPr/>
    </dgm:pt>
    <dgm:pt modelId="{EEDEED5F-60CE-4302-990D-558F9B3CA06B}" type="pres">
      <dgm:prSet presAssocID="{B4057CEE-6202-4C54-9DED-9B169996EC62}" presName="hierRoot2" presStyleCnt="0">
        <dgm:presLayoutVars>
          <dgm:hierBranch/>
        </dgm:presLayoutVars>
      </dgm:prSet>
      <dgm:spPr/>
    </dgm:pt>
    <dgm:pt modelId="{2E0A9EC2-9F56-4B11-86D9-F942C8370953}" type="pres">
      <dgm:prSet presAssocID="{B4057CEE-6202-4C54-9DED-9B169996EC62}" presName="rootComposite" presStyleCnt="0"/>
      <dgm:spPr/>
    </dgm:pt>
    <dgm:pt modelId="{56089184-5D6E-48F0-9695-F2E066F4444C}" type="pres">
      <dgm:prSet presAssocID="{B4057CEE-6202-4C54-9DED-9B169996EC62}" presName="rootText" presStyleLbl="node2" presStyleIdx="3" presStyleCnt="5" custScaleX="156629" custScaleY="245236" custLinFactX="-200000" custLinFactNeighborX="-241347">
        <dgm:presLayoutVars>
          <dgm:chPref val="3"/>
        </dgm:presLayoutVars>
      </dgm:prSet>
      <dgm:spPr/>
    </dgm:pt>
    <dgm:pt modelId="{7884DCBD-4B15-4E4C-B460-625073BF2634}" type="pres">
      <dgm:prSet presAssocID="{B4057CEE-6202-4C54-9DED-9B169996EC62}" presName="rootConnector" presStyleLbl="node2" presStyleIdx="3" presStyleCnt="5"/>
      <dgm:spPr/>
    </dgm:pt>
    <dgm:pt modelId="{38982342-9240-4A2C-BD75-CCE0CEFCC57C}" type="pres">
      <dgm:prSet presAssocID="{B4057CEE-6202-4C54-9DED-9B169996EC62}" presName="hierChild4" presStyleCnt="0"/>
      <dgm:spPr/>
    </dgm:pt>
    <dgm:pt modelId="{C6E203A0-06F2-42FF-B20B-BC79F7F89E5B}" type="pres">
      <dgm:prSet presAssocID="{9CAE6A60-405B-4FFA-8B96-1531C66A5D43}" presName="Name35" presStyleLbl="parChTrans1D3" presStyleIdx="9" presStyleCnt="15" custSzX="2200967" custSzY="398720"/>
      <dgm:spPr/>
    </dgm:pt>
    <dgm:pt modelId="{E3BD627D-BA7B-41C9-AF9D-BC6FD8904CCF}" type="pres">
      <dgm:prSet presAssocID="{E8340AF6-541E-40DF-BE67-B537DC43FBF7}" presName="hierRoot2" presStyleCnt="0">
        <dgm:presLayoutVars>
          <dgm:hierBranch val="init"/>
        </dgm:presLayoutVars>
      </dgm:prSet>
      <dgm:spPr/>
    </dgm:pt>
    <dgm:pt modelId="{1C1B042E-01F2-421E-81E8-A865A1051BA7}" type="pres">
      <dgm:prSet presAssocID="{E8340AF6-541E-40DF-BE67-B537DC43FBF7}" presName="rootComposite" presStyleCnt="0"/>
      <dgm:spPr/>
    </dgm:pt>
    <dgm:pt modelId="{9DE3965B-1D7E-439D-A2D0-6A2BEFC0579A}" type="pres">
      <dgm:prSet presAssocID="{E8340AF6-541E-40DF-BE67-B537DC43FBF7}" presName="rootText" presStyleLbl="node3" presStyleIdx="9" presStyleCnt="15" custScaleX="156629" custScaleY="245236" custLinFactX="-200000" custLinFactNeighborX="-241347">
        <dgm:presLayoutVars>
          <dgm:chPref val="3"/>
        </dgm:presLayoutVars>
      </dgm:prSet>
      <dgm:spPr/>
    </dgm:pt>
    <dgm:pt modelId="{DAE534AC-C0E5-43DE-A8F1-568A780959BE}" type="pres">
      <dgm:prSet presAssocID="{E8340AF6-541E-40DF-BE67-B537DC43FBF7}" presName="rootConnector" presStyleLbl="node3" presStyleIdx="9" presStyleCnt="15"/>
      <dgm:spPr/>
    </dgm:pt>
    <dgm:pt modelId="{CDEC7342-52BC-4E5D-B9D2-C0C50751673A}" type="pres">
      <dgm:prSet presAssocID="{E8340AF6-541E-40DF-BE67-B537DC43FBF7}" presName="hierChild4" presStyleCnt="0"/>
      <dgm:spPr/>
    </dgm:pt>
    <dgm:pt modelId="{F5DA42A1-146C-42F0-8027-080B5FBCDE5B}" type="pres">
      <dgm:prSet presAssocID="{E8340AF6-541E-40DF-BE67-B537DC43FBF7}" presName="hierChild5" presStyleCnt="0"/>
      <dgm:spPr/>
    </dgm:pt>
    <dgm:pt modelId="{BD969A3E-9AE5-409A-8EE1-8F4785263CD5}" type="pres">
      <dgm:prSet presAssocID="{6EE0626A-2A73-4145-B74D-5A7CF0F3A659}" presName="Name35" presStyleLbl="parChTrans1D3" presStyleIdx="10" presStyleCnt="15" custSzX="733655" custSzY="398720"/>
      <dgm:spPr/>
    </dgm:pt>
    <dgm:pt modelId="{1BF81D40-3327-4832-9C70-EFA6827CB6B6}" type="pres">
      <dgm:prSet presAssocID="{FC8556CA-7A60-43E4-B2AE-03D913122EE8}" presName="hierRoot2" presStyleCnt="0">
        <dgm:presLayoutVars>
          <dgm:hierBranch val="init"/>
        </dgm:presLayoutVars>
      </dgm:prSet>
      <dgm:spPr/>
    </dgm:pt>
    <dgm:pt modelId="{16DB287F-C92C-40AC-A23E-61AB2D97C139}" type="pres">
      <dgm:prSet presAssocID="{FC8556CA-7A60-43E4-B2AE-03D913122EE8}" presName="rootComposite" presStyleCnt="0"/>
      <dgm:spPr/>
    </dgm:pt>
    <dgm:pt modelId="{03E0490D-017C-4F35-AE27-1E21B7E66EAD}" type="pres">
      <dgm:prSet presAssocID="{FC8556CA-7A60-43E4-B2AE-03D913122EE8}" presName="rootText" presStyleLbl="node3" presStyleIdx="10" presStyleCnt="15" custScaleX="156629" custScaleY="245236" custLinFactX="-200000" custLinFactNeighborX="-241347">
        <dgm:presLayoutVars>
          <dgm:chPref val="3"/>
        </dgm:presLayoutVars>
      </dgm:prSet>
      <dgm:spPr/>
    </dgm:pt>
    <dgm:pt modelId="{16EED23D-403B-4B39-BDC7-712863FBE372}" type="pres">
      <dgm:prSet presAssocID="{FC8556CA-7A60-43E4-B2AE-03D913122EE8}" presName="rootConnector" presStyleLbl="node3" presStyleIdx="10" presStyleCnt="15"/>
      <dgm:spPr/>
    </dgm:pt>
    <dgm:pt modelId="{613E1E9E-6FE9-477D-B28D-6C46BC7FFA7D}" type="pres">
      <dgm:prSet presAssocID="{FC8556CA-7A60-43E4-B2AE-03D913122EE8}" presName="hierChild4" presStyleCnt="0"/>
      <dgm:spPr/>
    </dgm:pt>
    <dgm:pt modelId="{FD17B9B7-8D44-4DDC-9E28-ED38003436CF}" type="pres">
      <dgm:prSet presAssocID="{FC8556CA-7A60-43E4-B2AE-03D913122EE8}" presName="hierChild5" presStyleCnt="0"/>
      <dgm:spPr/>
    </dgm:pt>
    <dgm:pt modelId="{64BA4CF7-35BA-4214-BEFE-FE785BD71BE2}" type="pres">
      <dgm:prSet presAssocID="{E1E1BF65-1B41-49F7-B9BC-7E06F0EE175B}" presName="Name35" presStyleLbl="parChTrans1D3" presStyleIdx="11" presStyleCnt="15" custSzX="733655" custSzY="398720"/>
      <dgm:spPr/>
    </dgm:pt>
    <dgm:pt modelId="{911CF303-1370-4721-BEE2-A8B8D6B7161E}" type="pres">
      <dgm:prSet presAssocID="{52E7D555-28E2-43DA-939C-849D016DE265}" presName="hierRoot2" presStyleCnt="0">
        <dgm:presLayoutVars>
          <dgm:hierBranch val="init"/>
        </dgm:presLayoutVars>
      </dgm:prSet>
      <dgm:spPr/>
    </dgm:pt>
    <dgm:pt modelId="{05A1BE6D-73E4-454F-8946-B1995C93935D}" type="pres">
      <dgm:prSet presAssocID="{52E7D555-28E2-43DA-939C-849D016DE265}" presName="rootComposite" presStyleCnt="0"/>
      <dgm:spPr/>
    </dgm:pt>
    <dgm:pt modelId="{CA41736F-FABE-4ABD-BF23-235B80A8399B}" type="pres">
      <dgm:prSet presAssocID="{52E7D555-28E2-43DA-939C-849D016DE265}" presName="rootText" presStyleLbl="node3" presStyleIdx="11" presStyleCnt="15" custScaleX="156629" custScaleY="245236" custLinFactX="-200000" custLinFactNeighborX="-241347">
        <dgm:presLayoutVars>
          <dgm:chPref val="3"/>
        </dgm:presLayoutVars>
      </dgm:prSet>
      <dgm:spPr/>
    </dgm:pt>
    <dgm:pt modelId="{0FE66474-2B9B-4E78-BC73-D96FED69D7EA}" type="pres">
      <dgm:prSet presAssocID="{52E7D555-28E2-43DA-939C-849D016DE265}" presName="rootConnector" presStyleLbl="node3" presStyleIdx="11" presStyleCnt="15"/>
      <dgm:spPr/>
    </dgm:pt>
    <dgm:pt modelId="{5A9F6318-4E0B-464E-841B-1569C6CFC8CF}" type="pres">
      <dgm:prSet presAssocID="{52E7D555-28E2-43DA-939C-849D016DE265}" presName="hierChild4" presStyleCnt="0"/>
      <dgm:spPr/>
    </dgm:pt>
    <dgm:pt modelId="{BFD4FEFF-0B12-40CF-83AB-778EC460862F}" type="pres">
      <dgm:prSet presAssocID="{52E7D555-28E2-43DA-939C-849D016DE265}" presName="hierChild5" presStyleCnt="0"/>
      <dgm:spPr/>
    </dgm:pt>
    <dgm:pt modelId="{56F5B358-32D8-44AD-89A5-2AD1E4E9D21D}" type="pres">
      <dgm:prSet presAssocID="{EADA245D-7B34-45F5-846E-AAC5DC8AC191}" presName="Name35" presStyleLbl="parChTrans1D3" presStyleIdx="12" presStyleCnt="15" custSzX="2160598" custSzY="398720"/>
      <dgm:spPr/>
    </dgm:pt>
    <dgm:pt modelId="{EAD7413A-A998-4CB2-BA78-08BC339A3285}" type="pres">
      <dgm:prSet presAssocID="{0BA6C70A-A2B7-4ADE-98E6-842D1C62F29D}" presName="hierRoot2" presStyleCnt="0">
        <dgm:presLayoutVars>
          <dgm:hierBranch val="init"/>
        </dgm:presLayoutVars>
      </dgm:prSet>
      <dgm:spPr/>
    </dgm:pt>
    <dgm:pt modelId="{BB9ACAB4-EE91-4900-B9DA-78E286084872}" type="pres">
      <dgm:prSet presAssocID="{0BA6C70A-A2B7-4ADE-98E6-842D1C62F29D}" presName="rootComposite" presStyleCnt="0"/>
      <dgm:spPr/>
    </dgm:pt>
    <dgm:pt modelId="{8F8824A3-6B55-4EA8-91C1-C9F793CB0668}" type="pres">
      <dgm:prSet presAssocID="{0BA6C70A-A2B7-4ADE-98E6-842D1C62F29D}" presName="rootText" presStyleLbl="node3" presStyleIdx="12" presStyleCnt="15" custScaleX="156629" custScaleY="245236" custLinFactX="-200000" custLinFactNeighborX="-244676">
        <dgm:presLayoutVars>
          <dgm:chPref val="3"/>
        </dgm:presLayoutVars>
      </dgm:prSet>
      <dgm:spPr/>
    </dgm:pt>
    <dgm:pt modelId="{30189C51-4D1A-494A-A402-9EF825BBAE4D}" type="pres">
      <dgm:prSet presAssocID="{0BA6C70A-A2B7-4ADE-98E6-842D1C62F29D}" presName="rootConnector" presStyleLbl="node3" presStyleIdx="12" presStyleCnt="15"/>
      <dgm:spPr/>
    </dgm:pt>
    <dgm:pt modelId="{53BD512E-A195-483B-843F-13DBF3F67E3F}" type="pres">
      <dgm:prSet presAssocID="{0BA6C70A-A2B7-4ADE-98E6-842D1C62F29D}" presName="hierChild4" presStyleCnt="0"/>
      <dgm:spPr/>
    </dgm:pt>
    <dgm:pt modelId="{6FDD51C4-4B0C-47B5-8018-B377F91325EB}" type="pres">
      <dgm:prSet presAssocID="{0BA6C70A-A2B7-4ADE-98E6-842D1C62F29D}" presName="hierChild5" presStyleCnt="0"/>
      <dgm:spPr/>
    </dgm:pt>
    <dgm:pt modelId="{F7E630C3-6E1C-407D-BE1D-5EEF03BEEEFE}" type="pres">
      <dgm:prSet presAssocID="{B4057CEE-6202-4C54-9DED-9B169996EC62}" presName="hierChild5" presStyleCnt="0"/>
      <dgm:spPr/>
    </dgm:pt>
    <dgm:pt modelId="{A7B20C03-5E06-44A3-85C4-61AD32404ADB}" type="pres">
      <dgm:prSet presAssocID="{6C1BFC36-D142-46EF-81D7-53912F0ED856}" presName="Name37" presStyleLbl="parChTrans1D2" presStyleIdx="4" presStyleCnt="5" custSzX="7037432" custSzY="1051586"/>
      <dgm:spPr/>
    </dgm:pt>
    <dgm:pt modelId="{1AAA82D6-D49C-431C-A331-D5092049B8D5}" type="pres">
      <dgm:prSet presAssocID="{2F9CC85E-5619-48AD-9073-F77462EBDD6E}" presName="hierRoot2" presStyleCnt="0">
        <dgm:presLayoutVars>
          <dgm:hierBranch/>
        </dgm:presLayoutVars>
      </dgm:prSet>
      <dgm:spPr/>
    </dgm:pt>
    <dgm:pt modelId="{81FDF4BF-3CF7-495B-9B96-FA81DE48075E}" type="pres">
      <dgm:prSet presAssocID="{2F9CC85E-5619-48AD-9073-F77462EBDD6E}" presName="rootComposite" presStyleCnt="0"/>
      <dgm:spPr/>
    </dgm:pt>
    <dgm:pt modelId="{7FE4E5FE-D7BF-49CF-9F17-89A42F32142E}" type="pres">
      <dgm:prSet presAssocID="{2F9CC85E-5619-48AD-9073-F77462EBDD6E}" presName="rootText" presStyleLbl="node2" presStyleIdx="4" presStyleCnt="5" custScaleX="156629" custScaleY="245236" custLinFactX="-200000" custLinFactNeighborX="-288024">
        <dgm:presLayoutVars>
          <dgm:chPref val="3"/>
        </dgm:presLayoutVars>
      </dgm:prSet>
      <dgm:spPr/>
    </dgm:pt>
    <dgm:pt modelId="{0FF0B3FB-B333-42DC-96A6-638311AD3914}" type="pres">
      <dgm:prSet presAssocID="{2F9CC85E-5619-48AD-9073-F77462EBDD6E}" presName="rootConnector" presStyleLbl="node2" presStyleIdx="4" presStyleCnt="5"/>
      <dgm:spPr/>
    </dgm:pt>
    <dgm:pt modelId="{A0EB8B5B-C047-454B-9F42-31A80A8F3642}" type="pres">
      <dgm:prSet presAssocID="{2F9CC85E-5619-48AD-9073-F77462EBDD6E}" presName="hierChild4" presStyleCnt="0"/>
      <dgm:spPr/>
    </dgm:pt>
    <dgm:pt modelId="{0040EFEC-73AF-4632-81E8-6F5889AF9E48}" type="pres">
      <dgm:prSet presAssocID="{F2D4D2DB-4129-4CFA-B5F2-78659D045318}" presName="Name35" presStyleLbl="parChTrans1D3" presStyleIdx="13" presStyleCnt="15" custSzX="733655" custSzY="2321813"/>
      <dgm:spPr/>
    </dgm:pt>
    <dgm:pt modelId="{F747163F-CDE4-4516-9D8B-724762EC1C0E}" type="pres">
      <dgm:prSet presAssocID="{054DBE19-BB5A-4BED-A36A-31AB0072602C}" presName="hierRoot2" presStyleCnt="0">
        <dgm:presLayoutVars>
          <dgm:hierBranch val="init"/>
        </dgm:presLayoutVars>
      </dgm:prSet>
      <dgm:spPr/>
    </dgm:pt>
    <dgm:pt modelId="{D3BA111E-7479-44BC-9960-B5D88D2C33D6}" type="pres">
      <dgm:prSet presAssocID="{054DBE19-BB5A-4BED-A36A-31AB0072602C}" presName="rootComposite" presStyleCnt="0"/>
      <dgm:spPr/>
    </dgm:pt>
    <dgm:pt modelId="{3C20EF43-B98F-4757-BD71-2A8395C5ED6B}" type="pres">
      <dgm:prSet presAssocID="{054DBE19-BB5A-4BED-A36A-31AB0072602C}" presName="rootText" presStyleLbl="node3" presStyleIdx="13" presStyleCnt="15" custScaleX="156629" custScaleY="245236" custLinFactX="-200000" custLinFactY="117103" custLinFactNeighborX="-288024" custLinFactNeighborY="200000">
        <dgm:presLayoutVars>
          <dgm:chPref val="3"/>
        </dgm:presLayoutVars>
      </dgm:prSet>
      <dgm:spPr/>
    </dgm:pt>
    <dgm:pt modelId="{9165B8A0-133C-4F45-BABF-B8AA1EB41082}" type="pres">
      <dgm:prSet presAssocID="{054DBE19-BB5A-4BED-A36A-31AB0072602C}" presName="rootConnector" presStyleLbl="node3" presStyleIdx="13" presStyleCnt="15"/>
      <dgm:spPr/>
    </dgm:pt>
    <dgm:pt modelId="{0818D3A8-E8C2-46E1-8F16-44F1443ED95B}" type="pres">
      <dgm:prSet presAssocID="{054DBE19-BB5A-4BED-A36A-31AB0072602C}" presName="hierChild4" presStyleCnt="0"/>
      <dgm:spPr/>
    </dgm:pt>
    <dgm:pt modelId="{FA8F6E80-427D-4EC3-9AF4-4175CFF5645C}" type="pres">
      <dgm:prSet presAssocID="{054DBE19-BB5A-4BED-A36A-31AB0072602C}" presName="hierChild5" presStyleCnt="0"/>
      <dgm:spPr/>
    </dgm:pt>
    <dgm:pt modelId="{771232ED-1847-4254-8B16-15960EAAABDD}" type="pres">
      <dgm:prSet presAssocID="{6AE58694-FB1D-4E1B-A2AA-673D14CE8D90}" presName="Name35" presStyleLbl="parChTrans1D3" presStyleIdx="14" presStyleCnt="15" custSzX="733655" custSzY="2321813"/>
      <dgm:spPr/>
    </dgm:pt>
    <dgm:pt modelId="{AD3E9154-1860-42B8-AC07-011910C43A60}" type="pres">
      <dgm:prSet presAssocID="{F98C89A7-A598-403A-877A-192E12B1F82B}" presName="hierRoot2" presStyleCnt="0">
        <dgm:presLayoutVars>
          <dgm:hierBranch val="init"/>
        </dgm:presLayoutVars>
      </dgm:prSet>
      <dgm:spPr/>
    </dgm:pt>
    <dgm:pt modelId="{023745B2-1A36-4BC8-A7E6-47A1289CCBCD}" type="pres">
      <dgm:prSet presAssocID="{F98C89A7-A598-403A-877A-192E12B1F82B}" presName="rootComposite" presStyleCnt="0"/>
      <dgm:spPr/>
    </dgm:pt>
    <dgm:pt modelId="{CC8BFD00-5D9A-4EB3-98D2-30419C85A94F}" type="pres">
      <dgm:prSet presAssocID="{F98C89A7-A598-403A-877A-192E12B1F82B}" presName="rootText" presStyleLbl="node3" presStyleIdx="14" presStyleCnt="15" custScaleX="156629" custScaleY="245236" custLinFactX="-200000" custLinFactY="117103" custLinFactNeighborX="-288024" custLinFactNeighborY="200000">
        <dgm:presLayoutVars>
          <dgm:chPref val="3"/>
        </dgm:presLayoutVars>
      </dgm:prSet>
      <dgm:spPr/>
    </dgm:pt>
    <dgm:pt modelId="{B1FC6572-7A2E-4598-83D9-A32DD54E5B7C}" type="pres">
      <dgm:prSet presAssocID="{F98C89A7-A598-403A-877A-192E12B1F82B}" presName="rootConnector" presStyleLbl="node3" presStyleIdx="14" presStyleCnt="15"/>
      <dgm:spPr/>
    </dgm:pt>
    <dgm:pt modelId="{DF305FE1-E51F-475E-BBEA-A25ACA9FCE7C}" type="pres">
      <dgm:prSet presAssocID="{F98C89A7-A598-403A-877A-192E12B1F82B}" presName="hierChild4" presStyleCnt="0"/>
      <dgm:spPr/>
    </dgm:pt>
    <dgm:pt modelId="{A2B45377-F9B4-4A7D-941E-07F616BEE4EC}" type="pres">
      <dgm:prSet presAssocID="{F98C89A7-A598-403A-877A-192E12B1F82B}" presName="hierChild5" presStyleCnt="0"/>
      <dgm:spPr/>
    </dgm:pt>
    <dgm:pt modelId="{861B3C0A-D36F-4408-9B37-557124C73251}" type="pres">
      <dgm:prSet presAssocID="{2F9CC85E-5619-48AD-9073-F77462EBDD6E}" presName="hierChild5" presStyleCnt="0"/>
      <dgm:spPr/>
    </dgm:pt>
    <dgm:pt modelId="{A5080108-10A7-43A5-A5AE-C6747015C1CB}" type="pres">
      <dgm:prSet presAssocID="{BBF5316F-F78A-45D7-A7A9-43B5CAE7E012}" presName="hierChild3" presStyleCnt="0"/>
      <dgm:spPr/>
    </dgm:pt>
  </dgm:ptLst>
  <dgm:cxnLst>
    <dgm:cxn modelId="{B34B1102-92C3-4684-9626-D1DD46088D6B}" type="presOf" srcId="{6AE58694-FB1D-4E1B-A2AA-673D14CE8D90}" destId="{771232ED-1847-4254-8B16-15960EAAABDD}" srcOrd="0" destOrd="0" presId="urn:microsoft.com/office/officeart/2005/8/layout/orgChart1"/>
    <dgm:cxn modelId="{032B600B-7363-4D9D-94FB-FCEA75FA83B8}" srcId="{E71DBE58-7FFB-475A-A351-B6592ECA7DCC}" destId="{8571E4B1-A1E4-4BD4-90F3-6733502B9585}" srcOrd="3" destOrd="0" parTransId="{FC5FE104-20BE-45A5-8085-9D55F8716367}" sibTransId="{FA6C5920-4B57-42F5-99E4-8B5F8101ACD0}"/>
    <dgm:cxn modelId="{E11DDD0C-8754-4EBC-93A5-A46E36DDD4B5}" type="presOf" srcId="{6C1BFC36-D142-46EF-81D7-53912F0ED856}" destId="{A7B20C03-5E06-44A3-85C4-61AD32404ADB}" srcOrd="0" destOrd="0" presId="urn:microsoft.com/office/officeart/2005/8/layout/orgChart1"/>
    <dgm:cxn modelId="{7D37BB0D-1FDB-43A4-9DA6-85612B7E42B8}" srcId="{D9A91FED-3A9A-444F-82D8-3E5AE0A6B901}" destId="{E0F26A04-E7E0-49CE-86BB-C9A0020D5B00}" srcOrd="1" destOrd="0" parTransId="{51D68A27-4DA8-4449-AC84-72D159BA66D6}" sibTransId="{3C9AD375-A07C-4B61-B5C4-302D20BBCF7B}"/>
    <dgm:cxn modelId="{0C149D0E-41B8-4E49-9001-2DADC05F1868}" type="presOf" srcId="{4447ECA7-8E8F-479B-8CCA-46ECA562E6DB}" destId="{D37C862A-EA3D-46DD-B47F-68B8C3D00558}" srcOrd="1" destOrd="0" presId="urn:microsoft.com/office/officeart/2005/8/layout/orgChart1"/>
    <dgm:cxn modelId="{4BA2A50E-08D2-4E2A-9D37-BB4ABB5BD432}" type="presOf" srcId="{2F9CC85E-5619-48AD-9073-F77462EBDD6E}" destId="{7FE4E5FE-D7BF-49CF-9F17-89A42F32142E}" srcOrd="0" destOrd="0" presId="urn:microsoft.com/office/officeart/2005/8/layout/orgChart1"/>
    <dgm:cxn modelId="{3F735813-2663-4E58-9428-3846A9B16F47}" type="presOf" srcId="{E0F26A04-E7E0-49CE-86BB-C9A0020D5B00}" destId="{A2DA3532-DAC9-471A-91E4-C5272A03D7F2}" srcOrd="1" destOrd="0" presId="urn:microsoft.com/office/officeart/2005/8/layout/orgChart1"/>
    <dgm:cxn modelId="{06B4DA14-12DC-4E46-8678-9407FC3EC61E}" srcId="{BBF5316F-F78A-45D7-A7A9-43B5CAE7E012}" destId="{B4057CEE-6202-4C54-9DED-9B169996EC62}" srcOrd="3" destOrd="0" parTransId="{15DC82B5-E97B-4D67-B747-C358466E439C}" sibTransId="{88996095-5F7D-4E72-A988-0B42590D2183}"/>
    <dgm:cxn modelId="{D344BF1F-10FA-4FF0-AE6F-D84E729CFD63}" type="presOf" srcId="{E8340AF6-541E-40DF-BE67-B537DC43FBF7}" destId="{9DE3965B-1D7E-439D-A2D0-6A2BEFC0579A}" srcOrd="0" destOrd="0" presId="urn:microsoft.com/office/officeart/2005/8/layout/orgChart1"/>
    <dgm:cxn modelId="{2C3C9E24-45A6-40DE-8BD7-616FF6E6C290}" srcId="{2F9CC85E-5619-48AD-9073-F77462EBDD6E}" destId="{F98C89A7-A598-403A-877A-192E12B1F82B}" srcOrd="1" destOrd="0" parTransId="{6AE58694-FB1D-4E1B-A2AA-673D14CE8D90}" sibTransId="{BAB6DEDF-4E3D-4908-8F6B-D78F654F15C4}"/>
    <dgm:cxn modelId="{5F316525-E935-45E3-A272-81BBA2FC19E2}" type="presOf" srcId="{6F351404-616D-464B-9FE3-4208CD9CBDFE}" destId="{DEAA1C8A-D406-4C8C-A1F8-1ED103E1E289}" srcOrd="0" destOrd="0" presId="urn:microsoft.com/office/officeart/2005/8/layout/orgChart1"/>
    <dgm:cxn modelId="{DDDADF27-BA53-4A45-B7FB-12B728E0E616}" type="presOf" srcId="{4447ECA7-8E8F-479B-8CCA-46ECA562E6DB}" destId="{E4C43200-78FE-4E73-8EF1-1A5A6B5FECA3}" srcOrd="0" destOrd="0" presId="urn:microsoft.com/office/officeart/2005/8/layout/orgChart1"/>
    <dgm:cxn modelId="{EF53C52D-CBAB-4FF0-AF9F-B92DCDF56C79}" type="presOf" srcId="{D1479184-79E3-437F-B052-FD94EBF9ADC8}" destId="{04ACC6E9-6E58-4554-9999-AA2F47119AAF}" srcOrd="0" destOrd="0" presId="urn:microsoft.com/office/officeart/2005/8/layout/orgChart1"/>
    <dgm:cxn modelId="{06512030-AF19-41DE-9D35-77FB3251B77A}" type="presOf" srcId="{DD51B87B-5C9A-457E-B310-953A26CF976E}" destId="{811F3665-BF49-4A63-A826-FB29EBDBC81F}" srcOrd="0" destOrd="0" presId="urn:microsoft.com/office/officeart/2005/8/layout/orgChart1"/>
    <dgm:cxn modelId="{E1D27F33-1581-4720-A1B9-1BF58E54E3A8}" srcId="{BBF5316F-F78A-45D7-A7A9-43B5CAE7E012}" destId="{E71DBE58-7FFB-475A-A351-B6592ECA7DCC}" srcOrd="0" destOrd="0" parTransId="{BB474531-4278-4DC8-946D-0099D62A9E8F}" sibTransId="{0B758B91-AE42-462F-9987-BC58039E49E5}"/>
    <dgm:cxn modelId="{88EFB234-A846-45C0-84D1-2EA9082C649E}" type="presOf" srcId="{15DC82B5-E97B-4D67-B747-C358466E439C}" destId="{B377B8D1-8741-41C7-B4E8-9DC7783D747F}" srcOrd="0" destOrd="0" presId="urn:microsoft.com/office/officeart/2005/8/layout/orgChart1"/>
    <dgm:cxn modelId="{1D506B36-3C82-424F-AE53-E45DF892E9E3}" srcId="{E71DBE58-7FFB-475A-A351-B6592ECA7DCC}" destId="{DD51B87B-5C9A-457E-B310-953A26CF976E}" srcOrd="2" destOrd="0" parTransId="{D9D4F79A-9647-443E-982D-DD5CBA852718}" sibTransId="{FE23A44B-74F0-48FD-A227-E9366E865E3E}"/>
    <dgm:cxn modelId="{52B36837-6F85-421D-9789-2079CB299472}" srcId="{2F9CC85E-5619-48AD-9073-F77462EBDD6E}" destId="{054DBE19-BB5A-4BED-A36A-31AB0072602C}" srcOrd="0" destOrd="0" parTransId="{F2D4D2DB-4129-4CFA-B5F2-78659D045318}" sibTransId="{7B784531-BDBC-450E-8443-5C62AED76EB0}"/>
    <dgm:cxn modelId="{0149EA3C-0695-441C-B2A8-82353AF08CF1}" srcId="{0EC4C9B2-E0A5-4CA9-BAB9-A5B82A8F5104}" destId="{BBF5316F-F78A-45D7-A7A9-43B5CAE7E012}" srcOrd="0" destOrd="0" parTransId="{E65DCB14-80BA-44E9-B162-1255A6C7B4DF}" sibTransId="{381918AE-2DD7-4405-80B8-CC2F5646F3F9}"/>
    <dgm:cxn modelId="{2298693D-8C13-4F10-A9C9-F1E7914BEF88}" srcId="{B4057CEE-6202-4C54-9DED-9B169996EC62}" destId="{52E7D555-28E2-43DA-939C-849D016DE265}" srcOrd="2" destOrd="0" parTransId="{E1E1BF65-1B41-49F7-B9BC-7E06F0EE175B}" sibTransId="{F64F36AF-C7F7-43D2-A20D-BAE6F927F4B5}"/>
    <dgm:cxn modelId="{BA253D3E-57CA-4030-8F41-833790D37611}" type="presOf" srcId="{00A749BB-7326-444E-9BA7-1810DAB39F9B}" destId="{308FA313-6FBF-4BC4-9E84-42737884CC3B}" srcOrd="1" destOrd="0" presId="urn:microsoft.com/office/officeart/2005/8/layout/orgChart1"/>
    <dgm:cxn modelId="{D77E9140-465E-4CF2-8553-53966E08F31B}" srcId="{BBF5316F-F78A-45D7-A7A9-43B5CAE7E012}" destId="{3E368705-2F55-4671-A452-9D7110E3905B}" srcOrd="2" destOrd="0" parTransId="{F4B8DD17-0A19-402A-B815-7427C8697F5A}" sibTransId="{B68E06AF-FC9E-43F0-8F8C-B2EE11257F35}"/>
    <dgm:cxn modelId="{B74D815D-D40B-484E-AF63-D222FA999148}" type="presOf" srcId="{9253E2A2-CB27-4EA1-9591-DE9C54A858D2}" destId="{347A36FB-40AA-4EAB-99B4-4BDD07F2028A}" srcOrd="0" destOrd="0" presId="urn:microsoft.com/office/officeart/2005/8/layout/orgChart1"/>
    <dgm:cxn modelId="{E62C915F-E6AD-42FB-83F1-9A6AC57E623D}" type="presOf" srcId="{3E368705-2F55-4671-A452-9D7110E3905B}" destId="{342EB863-588E-4E12-8512-049A1D5E23C2}" srcOrd="0" destOrd="0" presId="urn:microsoft.com/office/officeart/2005/8/layout/orgChart1"/>
    <dgm:cxn modelId="{EBCBA95F-E506-4F7A-9083-F847E63155BE}" srcId="{BBF5316F-F78A-45D7-A7A9-43B5CAE7E012}" destId="{D9A91FED-3A9A-444F-82D8-3E5AE0A6B901}" srcOrd="1" destOrd="0" parTransId="{6F62260D-C194-4D56-814B-A20BF5A75E23}" sibTransId="{6131AF00-CB6B-4C26-934D-59277B973191}"/>
    <dgm:cxn modelId="{0A753D62-ACAA-47A6-A5DA-E8A02586BDCF}" type="presOf" srcId="{0BA6C70A-A2B7-4ADE-98E6-842D1C62F29D}" destId="{8F8824A3-6B55-4EA8-91C1-C9F793CB0668}" srcOrd="0" destOrd="0" presId="urn:microsoft.com/office/officeart/2005/8/layout/orgChart1"/>
    <dgm:cxn modelId="{25934662-79AC-46CD-ABA8-663E936ACD92}" type="presOf" srcId="{87443B80-1FAE-4D36-861B-B2347C8FCF3B}" destId="{05C6DFEF-F54A-4A7F-BE0F-F314035614D9}" srcOrd="1" destOrd="0" presId="urn:microsoft.com/office/officeart/2005/8/layout/orgChart1"/>
    <dgm:cxn modelId="{921B3364-6655-46F1-9B5C-D20FBB2C2BA6}" type="presOf" srcId="{0EC4C9B2-E0A5-4CA9-BAB9-A5B82A8F5104}" destId="{1814929F-943F-40C2-8DA6-D125B4CBEAFF}" srcOrd="0" destOrd="0" presId="urn:microsoft.com/office/officeart/2005/8/layout/orgChart1"/>
    <dgm:cxn modelId="{85B09F47-83A6-4A37-9E73-2931BAE85A5E}" type="presOf" srcId="{F98C89A7-A598-403A-877A-192E12B1F82B}" destId="{CC8BFD00-5D9A-4EB3-98D2-30419C85A94F}" srcOrd="0" destOrd="0" presId="urn:microsoft.com/office/officeart/2005/8/layout/orgChart1"/>
    <dgm:cxn modelId="{F850F067-AE15-4DF6-A772-F697211358EC}" type="presOf" srcId="{BB474531-4278-4DC8-946D-0099D62A9E8F}" destId="{99028272-7C9C-4405-955B-4DFABCC85067}" srcOrd="0" destOrd="0" presId="urn:microsoft.com/office/officeart/2005/8/layout/orgChart1"/>
    <dgm:cxn modelId="{39089C48-861E-43D1-9D92-F7EB568E1FFB}" type="presOf" srcId="{6F62260D-C194-4D56-814B-A20BF5A75E23}" destId="{47A612A1-0D42-4183-A829-FA2B011622D7}" srcOrd="0" destOrd="0" presId="urn:microsoft.com/office/officeart/2005/8/layout/orgChart1"/>
    <dgm:cxn modelId="{13C8716B-64F7-46FB-858D-5FF222BA97EC}" type="presOf" srcId="{87443B80-1FAE-4D36-861B-B2347C8FCF3B}" destId="{43387251-1577-4DEC-8DA7-4EE0958EE896}" srcOrd="0" destOrd="0" presId="urn:microsoft.com/office/officeart/2005/8/layout/orgChart1"/>
    <dgm:cxn modelId="{8F5C154D-EA09-43BC-8B7D-A35F27ACE262}" type="presOf" srcId="{B4057CEE-6202-4C54-9DED-9B169996EC62}" destId="{7884DCBD-4B15-4E4C-B460-625073BF2634}" srcOrd="1" destOrd="0" presId="urn:microsoft.com/office/officeart/2005/8/layout/orgChart1"/>
    <dgm:cxn modelId="{81AD9F4E-F3E6-479E-83B4-431AA149E140}" type="presOf" srcId="{958CDD19-94C2-4C68-B603-884740100DE3}" destId="{C04A8C97-0F13-4863-BE7D-7B9E5A3A6E64}" srcOrd="0" destOrd="0" presId="urn:microsoft.com/office/officeart/2005/8/layout/orgChart1"/>
    <dgm:cxn modelId="{0EA0C74E-99EC-42AC-A71B-8652A04DC1A2}" type="presOf" srcId="{8571E4B1-A1E4-4BD4-90F3-6733502B9585}" destId="{9363E881-30A2-4D05-8EDD-AB24AFD25FF0}" srcOrd="1" destOrd="0" presId="urn:microsoft.com/office/officeart/2005/8/layout/orgChart1"/>
    <dgm:cxn modelId="{2A18C972-5CA5-4D13-934A-B1DD13B4FAA9}" type="presOf" srcId="{E71DBE58-7FFB-475A-A351-B6592ECA7DCC}" destId="{58C01A12-8A7F-4CB3-ABAD-541C5CF3B64F}" srcOrd="1" destOrd="0" presId="urn:microsoft.com/office/officeart/2005/8/layout/orgChart1"/>
    <dgm:cxn modelId="{4C0E5174-E18D-45EE-85F1-DC3982D9FE67}" type="presOf" srcId="{00A749BB-7326-444E-9BA7-1810DAB39F9B}" destId="{7B2B0754-1FEA-4C64-B9B5-BB1F6705E09A}" srcOrd="0" destOrd="0" presId="urn:microsoft.com/office/officeart/2005/8/layout/orgChart1"/>
    <dgm:cxn modelId="{52FD6756-0613-43DA-BA2F-F4563C52A976}" type="presOf" srcId="{E1E1BF65-1B41-49F7-B9BC-7E06F0EE175B}" destId="{64BA4CF7-35BA-4214-BEFE-FE785BD71BE2}" srcOrd="0" destOrd="0" presId="urn:microsoft.com/office/officeart/2005/8/layout/orgChart1"/>
    <dgm:cxn modelId="{4DD67876-0BCC-41D4-A820-FE4A19DD1867}" type="presOf" srcId="{FC8556CA-7A60-43E4-B2AE-03D913122EE8}" destId="{16EED23D-403B-4B39-BDC7-712863FBE372}" srcOrd="1" destOrd="0" presId="urn:microsoft.com/office/officeart/2005/8/layout/orgChart1"/>
    <dgm:cxn modelId="{CBB79579-ABB6-42C3-9022-D6DE439E5BD3}" type="presOf" srcId="{F98C89A7-A598-403A-877A-192E12B1F82B}" destId="{B1FC6572-7A2E-4598-83D9-A32DD54E5B7C}" srcOrd="1" destOrd="0" presId="urn:microsoft.com/office/officeart/2005/8/layout/orgChart1"/>
    <dgm:cxn modelId="{7C67BF59-C626-4CA6-9627-51B361D7CCBD}" type="presOf" srcId="{F4B8DD17-0A19-402A-B815-7427C8697F5A}" destId="{AF165339-5D68-442E-A46B-E67D46775D69}" srcOrd="0" destOrd="0" presId="urn:microsoft.com/office/officeart/2005/8/layout/orgChart1"/>
    <dgm:cxn modelId="{59D1277A-52E1-45F9-863B-74F9594D114F}" srcId="{3E368705-2F55-4671-A452-9D7110E3905B}" destId="{87443B80-1FAE-4D36-861B-B2347C8FCF3B}" srcOrd="1" destOrd="0" parTransId="{958CDD19-94C2-4C68-B603-884740100DE3}" sibTransId="{DCFF33F0-44F4-41F4-8756-F3046076AD35}"/>
    <dgm:cxn modelId="{3244467A-27DE-4837-8736-9C2FF09F620D}" srcId="{3E368705-2F55-4671-A452-9D7110E3905B}" destId="{4447ECA7-8E8F-479B-8CCA-46ECA562E6DB}" srcOrd="0" destOrd="0" parTransId="{6F351404-616D-464B-9FE3-4208CD9CBDFE}" sibTransId="{D3F312C6-64E8-43BE-BAA0-93396CFAFC65}"/>
    <dgm:cxn modelId="{F0DBBC82-7E93-4C07-AFB8-D1A1AA2A016E}" type="presOf" srcId="{BBF5316F-F78A-45D7-A7A9-43B5CAE7E012}" destId="{E6CB3051-EDFB-4F3A-A759-D35933BCF4EE}" srcOrd="1" destOrd="0" presId="urn:microsoft.com/office/officeart/2005/8/layout/orgChart1"/>
    <dgm:cxn modelId="{946DD08C-EAB4-4D08-A370-0683808BE86A}" type="presOf" srcId="{E71DBE58-7FFB-475A-A351-B6592ECA7DCC}" destId="{023202DF-60D2-4BD2-8519-5136A8F8C556}" srcOrd="0" destOrd="0" presId="urn:microsoft.com/office/officeart/2005/8/layout/orgChart1"/>
    <dgm:cxn modelId="{B65ADB8C-8235-460A-9FBB-130150D24BBD}" type="presOf" srcId="{FC5FE104-20BE-45A5-8085-9D55F8716367}" destId="{759CC34E-1046-4317-BD49-D4DFA3707B70}" srcOrd="0" destOrd="0" presId="urn:microsoft.com/office/officeart/2005/8/layout/orgChart1"/>
    <dgm:cxn modelId="{9678DC93-3E7D-42EF-A641-78565C1D92B5}" srcId="{B4057CEE-6202-4C54-9DED-9B169996EC62}" destId="{E8340AF6-541E-40DF-BE67-B537DC43FBF7}" srcOrd="0" destOrd="0" parTransId="{9CAE6A60-405B-4FFA-8B96-1531C66A5D43}" sibTransId="{0FE4F189-A9E7-45B9-A2DA-C624A5C79D3B}"/>
    <dgm:cxn modelId="{0FDD3A94-0B32-44EC-9683-147FC9689512}" type="presOf" srcId="{054DBE19-BB5A-4BED-A36A-31AB0072602C}" destId="{9165B8A0-133C-4F45-BABF-B8AA1EB41082}" srcOrd="1" destOrd="0" presId="urn:microsoft.com/office/officeart/2005/8/layout/orgChart1"/>
    <dgm:cxn modelId="{603A3D97-C638-48D2-82C0-AAA469375B65}" type="presOf" srcId="{D9A91FED-3A9A-444F-82D8-3E5AE0A6B901}" destId="{F2BACC90-12FE-4A4E-BAEA-87726570CE93}" srcOrd="1" destOrd="0" presId="urn:microsoft.com/office/officeart/2005/8/layout/orgChart1"/>
    <dgm:cxn modelId="{5A665697-ED6F-4603-BD09-CBE70E398A63}" type="presOf" srcId="{89B5972D-011E-4E7C-9CE7-52FA714BAE36}" destId="{B34552AA-5E32-4043-8859-217BC1D4FF27}" srcOrd="0" destOrd="0" presId="urn:microsoft.com/office/officeart/2005/8/layout/orgChart1"/>
    <dgm:cxn modelId="{E75DD398-74C7-4613-BB4F-05696D972297}" type="presOf" srcId="{B39C5B1B-37D9-496F-A873-185BC0C47A72}" destId="{81F9664D-0034-491B-95A3-0DF5C5B7C2F9}" srcOrd="1" destOrd="0" presId="urn:microsoft.com/office/officeart/2005/8/layout/orgChart1"/>
    <dgm:cxn modelId="{A2C47D9A-CEDB-4EAE-988A-5F8A24735E22}" srcId="{D9A91FED-3A9A-444F-82D8-3E5AE0A6B901}" destId="{7AAC44CB-04E3-4579-BD01-58DC11A9AFF9}" srcOrd="2" destOrd="0" parTransId="{6D688F19-5177-4637-845B-7799202F5465}" sibTransId="{A346A5E6-6D56-4DEB-8892-7E69FA5EA994}"/>
    <dgm:cxn modelId="{AC4DF39B-5A27-4BD1-9CAF-379E07508B28}" type="presOf" srcId="{0BA6C70A-A2B7-4ADE-98E6-842D1C62F29D}" destId="{30189C51-4D1A-494A-A402-9EF825BBAE4D}" srcOrd="1" destOrd="0" presId="urn:microsoft.com/office/officeart/2005/8/layout/orgChart1"/>
    <dgm:cxn modelId="{BFE0229C-699B-43EA-A7E6-92FD6AC9799C}" type="presOf" srcId="{8571E4B1-A1E4-4BD4-90F3-6733502B9585}" destId="{498DC336-5231-4F6D-AE2D-1FB8EE87DA17}" srcOrd="0" destOrd="0" presId="urn:microsoft.com/office/officeart/2005/8/layout/orgChart1"/>
    <dgm:cxn modelId="{E7F2BA9F-A9B5-4D9B-9BA4-4EE88A3CD153}" type="presOf" srcId="{E0F26A04-E7E0-49CE-86BB-C9A0020D5B00}" destId="{B6B86D94-2EDA-4CCD-AA74-BAEC7C885B21}" srcOrd="0" destOrd="0" presId="urn:microsoft.com/office/officeart/2005/8/layout/orgChart1"/>
    <dgm:cxn modelId="{F72865A3-9B25-40BE-A9A2-5DAB45B4B810}" type="presOf" srcId="{6D688F19-5177-4637-845B-7799202F5465}" destId="{F003E5FF-2C70-4863-8AD5-47CAD87B65FC}" srcOrd="0" destOrd="0" presId="urn:microsoft.com/office/officeart/2005/8/layout/orgChart1"/>
    <dgm:cxn modelId="{6E242FA4-5313-400B-8A0E-D1E408EB120C}" srcId="{E71DBE58-7FFB-475A-A351-B6592ECA7DCC}" destId="{7618CDC9-9D8E-481D-ABD9-0127619D6080}" srcOrd="1" destOrd="0" parTransId="{D1479184-79E3-437F-B052-FD94EBF9ADC8}" sibTransId="{F1B306CF-72F0-4D19-8A1B-8E0DBCD6C78F}"/>
    <dgm:cxn modelId="{AA5137A6-BB85-435F-8979-CF0284502772}" type="presOf" srcId="{7618CDC9-9D8E-481D-ABD9-0127619D6080}" destId="{3055477C-B0B6-454D-A377-53BE21C20A67}" srcOrd="1" destOrd="0" presId="urn:microsoft.com/office/officeart/2005/8/layout/orgChart1"/>
    <dgm:cxn modelId="{FBB49EA8-3F9B-401F-8F9E-C2E74F60F6A6}" type="presOf" srcId="{7AAC44CB-04E3-4579-BD01-58DC11A9AFF9}" destId="{FBA95D31-9A31-459B-9965-6BAAA674A5D2}" srcOrd="1" destOrd="0" presId="urn:microsoft.com/office/officeart/2005/8/layout/orgChart1"/>
    <dgm:cxn modelId="{CBCA5AB7-888D-4025-B9A5-148CB2DF3299}" type="presOf" srcId="{51D68A27-4DA8-4449-AC84-72D159BA66D6}" destId="{A62B8A32-D533-4924-A3F8-FFEAAA3D0453}" srcOrd="0" destOrd="0" presId="urn:microsoft.com/office/officeart/2005/8/layout/orgChart1"/>
    <dgm:cxn modelId="{CD7D17B9-56BE-45E9-AA0E-374B1C43E4E8}" srcId="{B4057CEE-6202-4C54-9DED-9B169996EC62}" destId="{FC8556CA-7A60-43E4-B2AE-03D913122EE8}" srcOrd="1" destOrd="0" parTransId="{6EE0626A-2A73-4145-B74D-5A7CF0F3A659}" sibTransId="{2D4F0BEC-28EC-476F-A4D4-6AB00C563712}"/>
    <dgm:cxn modelId="{1985BEBA-EC04-41C1-A65D-7A0F48BA9C16}" type="presOf" srcId="{E8340AF6-541E-40DF-BE67-B537DC43FBF7}" destId="{DAE534AC-C0E5-43DE-A8F1-568A780959BE}" srcOrd="1" destOrd="0" presId="urn:microsoft.com/office/officeart/2005/8/layout/orgChart1"/>
    <dgm:cxn modelId="{C54D7DC0-6E16-4236-A1EE-977A8071D679}" type="presOf" srcId="{7AAC44CB-04E3-4579-BD01-58DC11A9AFF9}" destId="{36680D4D-E9C2-4E7D-B4C2-E5E4EDAE3E31}" srcOrd="0" destOrd="0" presId="urn:microsoft.com/office/officeart/2005/8/layout/orgChart1"/>
    <dgm:cxn modelId="{E25F45C3-1FA3-4D6B-9F98-926AD4B0CA2C}" type="presOf" srcId="{3E368705-2F55-4671-A452-9D7110E3905B}" destId="{10CDCEC8-9902-4E72-8736-DB3EEEF39B65}" srcOrd="1" destOrd="0" presId="urn:microsoft.com/office/officeart/2005/8/layout/orgChart1"/>
    <dgm:cxn modelId="{BAC649C3-F0E3-4E57-9131-EBAF99C4F22C}" srcId="{B4057CEE-6202-4C54-9DED-9B169996EC62}" destId="{0BA6C70A-A2B7-4ADE-98E6-842D1C62F29D}" srcOrd="3" destOrd="0" parTransId="{EADA245D-7B34-45F5-846E-AAC5DC8AC191}" sibTransId="{653CF579-E668-45A7-BEF1-C29DCAB976E4}"/>
    <dgm:cxn modelId="{0B789CC3-EE21-4708-9C33-ADC6C3F61771}" srcId="{D9A91FED-3A9A-444F-82D8-3E5AE0A6B901}" destId="{B39C5B1B-37D9-496F-A873-185BC0C47A72}" srcOrd="0" destOrd="0" parTransId="{89B5972D-011E-4E7C-9CE7-52FA714BAE36}" sibTransId="{F6475D12-D695-4FB1-8793-94FC08A67F57}"/>
    <dgm:cxn modelId="{136A4FCA-0D24-4A17-96F3-95FFB4C5A404}" type="presOf" srcId="{B39C5B1B-37D9-496F-A873-185BC0C47A72}" destId="{BA59F911-801C-4F3F-B4CA-AEE44FD104F6}" srcOrd="0" destOrd="0" presId="urn:microsoft.com/office/officeart/2005/8/layout/orgChart1"/>
    <dgm:cxn modelId="{13BCDFCD-DE45-4DC2-9573-4FCCFB274CE4}" type="presOf" srcId="{D9D4F79A-9647-443E-982D-DD5CBA852718}" destId="{91D08556-5313-4AB6-B573-0D20E5EBBCC8}" srcOrd="0" destOrd="0" presId="urn:microsoft.com/office/officeart/2005/8/layout/orgChart1"/>
    <dgm:cxn modelId="{5AC43AD8-694F-437F-BA51-D07D518113AD}" srcId="{BBF5316F-F78A-45D7-A7A9-43B5CAE7E012}" destId="{2F9CC85E-5619-48AD-9073-F77462EBDD6E}" srcOrd="4" destOrd="0" parTransId="{6C1BFC36-D142-46EF-81D7-53912F0ED856}" sibTransId="{0EFC1515-45B5-45FB-809E-76570DCE7EF0}"/>
    <dgm:cxn modelId="{63A779D9-70BE-472C-A97F-60583DEC7DA6}" type="presOf" srcId="{52E7D555-28E2-43DA-939C-849D016DE265}" destId="{0FE66474-2B9B-4E78-BC73-D96FED69D7EA}" srcOrd="1" destOrd="0" presId="urn:microsoft.com/office/officeart/2005/8/layout/orgChart1"/>
    <dgm:cxn modelId="{1B158ADC-E04D-4213-B5AC-F387871B6E86}" type="presOf" srcId="{DD51B87B-5C9A-457E-B310-953A26CF976E}" destId="{2F4D7938-5479-4E8A-958D-26EF4E5CD192}" srcOrd="1" destOrd="0" presId="urn:microsoft.com/office/officeart/2005/8/layout/orgChart1"/>
    <dgm:cxn modelId="{B6973BDE-48A3-4989-8C21-977E3D66622E}" type="presOf" srcId="{BBF5316F-F78A-45D7-A7A9-43B5CAE7E012}" destId="{34C325FF-E931-4E78-8238-2CD8662F476D}" srcOrd="0" destOrd="0" presId="urn:microsoft.com/office/officeart/2005/8/layout/orgChart1"/>
    <dgm:cxn modelId="{A94E97DE-17BE-4B9A-98AE-2A83B789B860}" type="presOf" srcId="{B4057CEE-6202-4C54-9DED-9B169996EC62}" destId="{56089184-5D6E-48F0-9695-F2E066F4444C}" srcOrd="0" destOrd="0" presId="urn:microsoft.com/office/officeart/2005/8/layout/orgChart1"/>
    <dgm:cxn modelId="{B5C9B7E0-F58F-4DE1-9623-804392FDD5F0}" type="presOf" srcId="{2F9CC85E-5619-48AD-9073-F77462EBDD6E}" destId="{0FF0B3FB-B333-42DC-96A6-638311AD3914}" srcOrd="1" destOrd="0" presId="urn:microsoft.com/office/officeart/2005/8/layout/orgChart1"/>
    <dgm:cxn modelId="{662236E3-F4D3-44AE-82C8-E24EAC6B68B0}" type="presOf" srcId="{FC8556CA-7A60-43E4-B2AE-03D913122EE8}" destId="{03E0490D-017C-4F35-AE27-1E21B7E66EAD}" srcOrd="0" destOrd="0" presId="urn:microsoft.com/office/officeart/2005/8/layout/orgChart1"/>
    <dgm:cxn modelId="{30499EE6-D277-43A8-9B59-0E016F694462}" type="presOf" srcId="{D9A91FED-3A9A-444F-82D8-3E5AE0A6B901}" destId="{BA80B6FE-F81D-4BD6-93D1-7EE9AF534738}" srcOrd="0" destOrd="0" presId="urn:microsoft.com/office/officeart/2005/8/layout/orgChart1"/>
    <dgm:cxn modelId="{30555FE7-AAF0-4B73-9539-3ADBDF632759}" type="presOf" srcId="{7618CDC9-9D8E-481D-ABD9-0127619D6080}" destId="{0F53FA44-84AB-4530-9D66-15F38814DA2C}" srcOrd="0" destOrd="0" presId="urn:microsoft.com/office/officeart/2005/8/layout/orgChart1"/>
    <dgm:cxn modelId="{82ABB4E7-776B-43D4-AB92-324A60EB7AFA}" type="presOf" srcId="{EADA245D-7B34-45F5-846E-AAC5DC8AC191}" destId="{56F5B358-32D8-44AD-89A5-2AD1E4E9D21D}" srcOrd="0" destOrd="0" presId="urn:microsoft.com/office/officeart/2005/8/layout/orgChart1"/>
    <dgm:cxn modelId="{7C5FCCF0-36EB-4B26-8298-D3F382C81B7B}" type="presOf" srcId="{F2D4D2DB-4129-4CFA-B5F2-78659D045318}" destId="{0040EFEC-73AF-4632-81E8-6F5889AF9E48}" srcOrd="0" destOrd="0" presId="urn:microsoft.com/office/officeart/2005/8/layout/orgChart1"/>
    <dgm:cxn modelId="{A8A006F9-1DD6-4947-9FC5-5B9F00C90B5E}" srcId="{E71DBE58-7FFB-475A-A351-B6592ECA7DCC}" destId="{00A749BB-7326-444E-9BA7-1810DAB39F9B}" srcOrd="0" destOrd="0" parTransId="{9253E2A2-CB27-4EA1-9591-DE9C54A858D2}" sibTransId="{56ADD768-2ACE-49C6-A443-6C423EA8465B}"/>
    <dgm:cxn modelId="{6964BAFE-F984-45AA-8B81-57B5C57A4FE8}" type="presOf" srcId="{054DBE19-BB5A-4BED-A36A-31AB0072602C}" destId="{3C20EF43-B98F-4757-BD71-2A8395C5ED6B}" srcOrd="0" destOrd="0" presId="urn:microsoft.com/office/officeart/2005/8/layout/orgChart1"/>
    <dgm:cxn modelId="{89E93AFF-91E3-452A-9C7D-26D8C9B8979C}" type="presOf" srcId="{9CAE6A60-405B-4FFA-8B96-1531C66A5D43}" destId="{C6E203A0-06F2-42FF-B20B-BC79F7F89E5B}" srcOrd="0" destOrd="0" presId="urn:microsoft.com/office/officeart/2005/8/layout/orgChart1"/>
    <dgm:cxn modelId="{3C6BAEFF-605D-49EA-83A8-C808D3734049}" type="presOf" srcId="{52E7D555-28E2-43DA-939C-849D016DE265}" destId="{CA41736F-FABE-4ABD-BF23-235B80A8399B}" srcOrd="0" destOrd="0" presId="urn:microsoft.com/office/officeart/2005/8/layout/orgChart1"/>
    <dgm:cxn modelId="{39ADD5FF-0428-4AEB-B2DD-FB54C3E5933D}" type="presOf" srcId="{6EE0626A-2A73-4145-B74D-5A7CF0F3A659}" destId="{BD969A3E-9AE5-409A-8EE1-8F4785263CD5}" srcOrd="0" destOrd="0" presId="urn:microsoft.com/office/officeart/2005/8/layout/orgChart1"/>
    <dgm:cxn modelId="{D41CB810-8AE6-4074-B00C-6D2350CF1749}" type="presParOf" srcId="{1814929F-943F-40C2-8DA6-D125B4CBEAFF}" destId="{5C902A25-58EE-4D6C-AB60-08060F0004C2}" srcOrd="0" destOrd="0" presId="urn:microsoft.com/office/officeart/2005/8/layout/orgChart1"/>
    <dgm:cxn modelId="{DE3A7D8B-4DD0-4FFD-9634-59C4BD229D96}" type="presParOf" srcId="{5C902A25-58EE-4D6C-AB60-08060F0004C2}" destId="{4AEDA2E9-9ADA-4B9D-95A0-97C91B38FF91}" srcOrd="0" destOrd="0" presId="urn:microsoft.com/office/officeart/2005/8/layout/orgChart1"/>
    <dgm:cxn modelId="{55BA7903-D5CD-451B-B14B-73A0369D79DD}" type="presParOf" srcId="{4AEDA2E9-9ADA-4B9D-95A0-97C91B38FF91}" destId="{34C325FF-E931-4E78-8238-2CD8662F476D}" srcOrd="0" destOrd="0" presId="urn:microsoft.com/office/officeart/2005/8/layout/orgChart1"/>
    <dgm:cxn modelId="{7636631F-2DFC-44FC-93D5-9473B5931CD1}" type="presParOf" srcId="{4AEDA2E9-9ADA-4B9D-95A0-97C91B38FF91}" destId="{E6CB3051-EDFB-4F3A-A759-D35933BCF4EE}" srcOrd="1" destOrd="0" presId="urn:microsoft.com/office/officeart/2005/8/layout/orgChart1"/>
    <dgm:cxn modelId="{11A88162-B905-4B8A-93B3-7F2CDADB83F5}" type="presParOf" srcId="{5C902A25-58EE-4D6C-AB60-08060F0004C2}" destId="{DB76ABCB-4B5C-49C4-8295-4E8F71683540}" srcOrd="1" destOrd="0" presId="urn:microsoft.com/office/officeart/2005/8/layout/orgChart1"/>
    <dgm:cxn modelId="{9DDD874C-8BB5-4E0A-B275-69393E56FDDE}" type="presParOf" srcId="{DB76ABCB-4B5C-49C4-8295-4E8F71683540}" destId="{99028272-7C9C-4405-955B-4DFABCC85067}" srcOrd="0" destOrd="0" presId="urn:microsoft.com/office/officeart/2005/8/layout/orgChart1"/>
    <dgm:cxn modelId="{88AE122B-C9AF-4F9F-86CD-D596291FFDAE}" type="presParOf" srcId="{DB76ABCB-4B5C-49C4-8295-4E8F71683540}" destId="{FF64C642-F8BB-4BDE-A14F-8D870A73CBFB}" srcOrd="1" destOrd="0" presId="urn:microsoft.com/office/officeart/2005/8/layout/orgChart1"/>
    <dgm:cxn modelId="{8AA24CFD-CAE9-44A5-B9A0-A593D5F25384}" type="presParOf" srcId="{FF64C642-F8BB-4BDE-A14F-8D870A73CBFB}" destId="{25675912-5B97-4EE6-9D31-A83A78A917A8}" srcOrd="0" destOrd="0" presId="urn:microsoft.com/office/officeart/2005/8/layout/orgChart1"/>
    <dgm:cxn modelId="{B921F470-713D-4B39-A5FF-92FB3C1149DF}" type="presParOf" srcId="{25675912-5B97-4EE6-9D31-A83A78A917A8}" destId="{023202DF-60D2-4BD2-8519-5136A8F8C556}" srcOrd="0" destOrd="0" presId="urn:microsoft.com/office/officeart/2005/8/layout/orgChart1"/>
    <dgm:cxn modelId="{3E449D5E-2C3D-474C-80F4-4D58A23167E7}" type="presParOf" srcId="{25675912-5B97-4EE6-9D31-A83A78A917A8}" destId="{58C01A12-8A7F-4CB3-ABAD-541C5CF3B64F}" srcOrd="1" destOrd="0" presId="urn:microsoft.com/office/officeart/2005/8/layout/orgChart1"/>
    <dgm:cxn modelId="{782D0E50-F996-4CBE-A55B-E5C94DF641DD}" type="presParOf" srcId="{FF64C642-F8BB-4BDE-A14F-8D870A73CBFB}" destId="{5E45D938-DBB4-4DD9-842D-DED5E42783CB}" srcOrd="1" destOrd="0" presId="urn:microsoft.com/office/officeart/2005/8/layout/orgChart1"/>
    <dgm:cxn modelId="{2C61E377-29FC-45F2-8011-AD8CB47ACA15}" type="presParOf" srcId="{5E45D938-DBB4-4DD9-842D-DED5E42783CB}" destId="{347A36FB-40AA-4EAB-99B4-4BDD07F2028A}" srcOrd="0" destOrd="0" presId="urn:microsoft.com/office/officeart/2005/8/layout/orgChart1"/>
    <dgm:cxn modelId="{BFA4F953-839B-4494-B964-D930DFE84ECC}" type="presParOf" srcId="{5E45D938-DBB4-4DD9-842D-DED5E42783CB}" destId="{9B8462FD-89D1-4A7B-8DC4-C894DD20DFA1}" srcOrd="1" destOrd="0" presId="urn:microsoft.com/office/officeart/2005/8/layout/orgChart1"/>
    <dgm:cxn modelId="{512442AA-8E8D-4DE3-85F3-B4002A97E267}" type="presParOf" srcId="{9B8462FD-89D1-4A7B-8DC4-C894DD20DFA1}" destId="{E9168671-BD05-4007-8C84-EC21B64B3ADE}" srcOrd="0" destOrd="0" presId="urn:microsoft.com/office/officeart/2005/8/layout/orgChart1"/>
    <dgm:cxn modelId="{B004372E-9C0B-403B-A3E3-B6075702AAB7}" type="presParOf" srcId="{E9168671-BD05-4007-8C84-EC21B64B3ADE}" destId="{7B2B0754-1FEA-4C64-B9B5-BB1F6705E09A}" srcOrd="0" destOrd="0" presId="urn:microsoft.com/office/officeart/2005/8/layout/orgChart1"/>
    <dgm:cxn modelId="{E37EB3BD-3C13-448D-BAC4-0971B5FCE6F5}" type="presParOf" srcId="{E9168671-BD05-4007-8C84-EC21B64B3ADE}" destId="{308FA313-6FBF-4BC4-9E84-42737884CC3B}" srcOrd="1" destOrd="0" presId="urn:microsoft.com/office/officeart/2005/8/layout/orgChart1"/>
    <dgm:cxn modelId="{AA0C533E-1EC6-4470-AD14-68974FE7D877}" type="presParOf" srcId="{9B8462FD-89D1-4A7B-8DC4-C894DD20DFA1}" destId="{D5A70DCC-3D1D-4C17-A2AF-D8C0F50E25E4}" srcOrd="1" destOrd="0" presId="urn:microsoft.com/office/officeart/2005/8/layout/orgChart1"/>
    <dgm:cxn modelId="{67AAD19F-255F-4479-A377-38C73F2C762C}" type="presParOf" srcId="{9B8462FD-89D1-4A7B-8DC4-C894DD20DFA1}" destId="{FD8C98ED-B4FC-4ACF-8030-5582B014BA82}" srcOrd="2" destOrd="0" presId="urn:microsoft.com/office/officeart/2005/8/layout/orgChart1"/>
    <dgm:cxn modelId="{5C05B60A-BA38-47FD-AE80-65BB90115462}" type="presParOf" srcId="{5E45D938-DBB4-4DD9-842D-DED5E42783CB}" destId="{04ACC6E9-6E58-4554-9999-AA2F47119AAF}" srcOrd="2" destOrd="0" presId="urn:microsoft.com/office/officeart/2005/8/layout/orgChart1"/>
    <dgm:cxn modelId="{B0A6DFA3-D05F-4CF8-BBBC-88A5D067F23B}" type="presParOf" srcId="{5E45D938-DBB4-4DD9-842D-DED5E42783CB}" destId="{A7B65C33-5E3A-4339-B9AF-C13E99CA4F49}" srcOrd="3" destOrd="0" presId="urn:microsoft.com/office/officeart/2005/8/layout/orgChart1"/>
    <dgm:cxn modelId="{63EFA438-1862-4910-A613-82776ED68E6C}" type="presParOf" srcId="{A7B65C33-5E3A-4339-B9AF-C13E99CA4F49}" destId="{96719822-D955-4ED5-B4AA-5FC9A056E268}" srcOrd="0" destOrd="0" presId="urn:microsoft.com/office/officeart/2005/8/layout/orgChart1"/>
    <dgm:cxn modelId="{96E3040A-5F36-4529-9B14-C3718F1A1C1A}" type="presParOf" srcId="{96719822-D955-4ED5-B4AA-5FC9A056E268}" destId="{0F53FA44-84AB-4530-9D66-15F38814DA2C}" srcOrd="0" destOrd="0" presId="urn:microsoft.com/office/officeart/2005/8/layout/orgChart1"/>
    <dgm:cxn modelId="{771C64E6-1845-462E-BA5A-A52FDC8F8BF3}" type="presParOf" srcId="{96719822-D955-4ED5-B4AA-5FC9A056E268}" destId="{3055477C-B0B6-454D-A377-53BE21C20A67}" srcOrd="1" destOrd="0" presId="urn:microsoft.com/office/officeart/2005/8/layout/orgChart1"/>
    <dgm:cxn modelId="{9130EF63-C371-4065-BAAA-A142D0A74020}" type="presParOf" srcId="{A7B65C33-5E3A-4339-B9AF-C13E99CA4F49}" destId="{5DD18095-2FB1-43EA-848D-F209DE9C73A0}" srcOrd="1" destOrd="0" presId="urn:microsoft.com/office/officeart/2005/8/layout/orgChart1"/>
    <dgm:cxn modelId="{988E9285-CC55-428A-A3C4-969C6B8174A5}" type="presParOf" srcId="{A7B65C33-5E3A-4339-B9AF-C13E99CA4F49}" destId="{B3D33E77-E7A7-4646-B8C9-2E7063D2D3B8}" srcOrd="2" destOrd="0" presId="urn:microsoft.com/office/officeart/2005/8/layout/orgChart1"/>
    <dgm:cxn modelId="{CF798AEA-3887-486E-AF3A-ADA5BACF20C6}" type="presParOf" srcId="{5E45D938-DBB4-4DD9-842D-DED5E42783CB}" destId="{91D08556-5313-4AB6-B573-0D20E5EBBCC8}" srcOrd="4" destOrd="0" presId="urn:microsoft.com/office/officeart/2005/8/layout/orgChart1"/>
    <dgm:cxn modelId="{DC65FAA5-3E3C-43A5-B14B-05D7DEBC2AB5}" type="presParOf" srcId="{5E45D938-DBB4-4DD9-842D-DED5E42783CB}" destId="{E7E96837-BD47-4CFA-8710-6022C6D45A9C}" srcOrd="5" destOrd="0" presId="urn:microsoft.com/office/officeart/2005/8/layout/orgChart1"/>
    <dgm:cxn modelId="{108BBB8D-E967-4B97-A11D-704C63350601}" type="presParOf" srcId="{E7E96837-BD47-4CFA-8710-6022C6D45A9C}" destId="{72DB8E5B-10B3-425B-8014-9DD8D7ADDFAA}" srcOrd="0" destOrd="0" presId="urn:microsoft.com/office/officeart/2005/8/layout/orgChart1"/>
    <dgm:cxn modelId="{FF974523-F3BF-4D1A-915C-13D4349C361D}" type="presParOf" srcId="{72DB8E5B-10B3-425B-8014-9DD8D7ADDFAA}" destId="{811F3665-BF49-4A63-A826-FB29EBDBC81F}" srcOrd="0" destOrd="0" presId="urn:microsoft.com/office/officeart/2005/8/layout/orgChart1"/>
    <dgm:cxn modelId="{4DFE008D-7937-4A73-86EB-3646C3AA9363}" type="presParOf" srcId="{72DB8E5B-10B3-425B-8014-9DD8D7ADDFAA}" destId="{2F4D7938-5479-4E8A-958D-26EF4E5CD192}" srcOrd="1" destOrd="0" presId="urn:microsoft.com/office/officeart/2005/8/layout/orgChart1"/>
    <dgm:cxn modelId="{BA484196-C4F9-41D2-90E4-EAB1C693762A}" type="presParOf" srcId="{E7E96837-BD47-4CFA-8710-6022C6D45A9C}" destId="{203D6355-6D1D-4DFC-A28A-2D23C2B669C5}" srcOrd="1" destOrd="0" presId="urn:microsoft.com/office/officeart/2005/8/layout/orgChart1"/>
    <dgm:cxn modelId="{2D848D56-1C0B-413F-9702-9676E81B7507}" type="presParOf" srcId="{E7E96837-BD47-4CFA-8710-6022C6D45A9C}" destId="{A38829F1-DA56-4C7A-8500-F17A77E37707}" srcOrd="2" destOrd="0" presId="urn:microsoft.com/office/officeart/2005/8/layout/orgChart1"/>
    <dgm:cxn modelId="{F953DFA1-8F0C-4EB2-8204-46FCE4D2CE9D}" type="presParOf" srcId="{5E45D938-DBB4-4DD9-842D-DED5E42783CB}" destId="{759CC34E-1046-4317-BD49-D4DFA3707B70}" srcOrd="6" destOrd="0" presId="urn:microsoft.com/office/officeart/2005/8/layout/orgChart1"/>
    <dgm:cxn modelId="{E27EFB1E-A1C6-486A-AF5C-806D0B12190D}" type="presParOf" srcId="{5E45D938-DBB4-4DD9-842D-DED5E42783CB}" destId="{A8CD7596-7E22-4380-A92C-97A1CF72A340}" srcOrd="7" destOrd="0" presId="urn:microsoft.com/office/officeart/2005/8/layout/orgChart1"/>
    <dgm:cxn modelId="{3F029766-EC02-43DB-8008-E3AF2DDFB4E1}" type="presParOf" srcId="{A8CD7596-7E22-4380-A92C-97A1CF72A340}" destId="{68444360-66F0-47F7-B7BD-6F9934E80209}" srcOrd="0" destOrd="0" presId="urn:microsoft.com/office/officeart/2005/8/layout/orgChart1"/>
    <dgm:cxn modelId="{8DE3386B-185A-487C-9365-232BF7052E6E}" type="presParOf" srcId="{68444360-66F0-47F7-B7BD-6F9934E80209}" destId="{498DC336-5231-4F6D-AE2D-1FB8EE87DA17}" srcOrd="0" destOrd="0" presId="urn:microsoft.com/office/officeart/2005/8/layout/orgChart1"/>
    <dgm:cxn modelId="{EFA08FD1-0A24-486F-B7B2-33E13ADBA12E}" type="presParOf" srcId="{68444360-66F0-47F7-B7BD-6F9934E80209}" destId="{9363E881-30A2-4D05-8EDD-AB24AFD25FF0}" srcOrd="1" destOrd="0" presId="urn:microsoft.com/office/officeart/2005/8/layout/orgChart1"/>
    <dgm:cxn modelId="{B8E8902E-43AE-4776-AFD8-7A2BFDFC5D08}" type="presParOf" srcId="{A8CD7596-7E22-4380-A92C-97A1CF72A340}" destId="{E37893E7-2038-4A0F-A02C-1E1D2E8174B0}" srcOrd="1" destOrd="0" presId="urn:microsoft.com/office/officeart/2005/8/layout/orgChart1"/>
    <dgm:cxn modelId="{0A9E3B5C-194F-4BB5-91D1-717603167752}" type="presParOf" srcId="{A8CD7596-7E22-4380-A92C-97A1CF72A340}" destId="{8C3A5026-7A59-40AC-825D-DFB7D7251D7C}" srcOrd="2" destOrd="0" presId="urn:microsoft.com/office/officeart/2005/8/layout/orgChart1"/>
    <dgm:cxn modelId="{37AEA757-9D9D-4013-ABE3-AE8C58909475}" type="presParOf" srcId="{FF64C642-F8BB-4BDE-A14F-8D870A73CBFB}" destId="{11A86171-CEB3-49C3-8A48-4B27410B354D}" srcOrd="2" destOrd="0" presId="urn:microsoft.com/office/officeart/2005/8/layout/orgChart1"/>
    <dgm:cxn modelId="{84E44B64-F615-40D0-8F69-053B2A1F5929}" type="presParOf" srcId="{DB76ABCB-4B5C-49C4-8295-4E8F71683540}" destId="{47A612A1-0D42-4183-A829-FA2B011622D7}" srcOrd="2" destOrd="0" presId="urn:microsoft.com/office/officeart/2005/8/layout/orgChart1"/>
    <dgm:cxn modelId="{BA3910BF-2744-489A-B3D8-B529CC2003A6}" type="presParOf" srcId="{DB76ABCB-4B5C-49C4-8295-4E8F71683540}" destId="{46CC64D7-3A01-477D-AC10-4BE59ABD2AC3}" srcOrd="3" destOrd="0" presId="urn:microsoft.com/office/officeart/2005/8/layout/orgChart1"/>
    <dgm:cxn modelId="{DE56BEAF-DFB4-4224-BBC8-FD54B4091F4A}" type="presParOf" srcId="{46CC64D7-3A01-477D-AC10-4BE59ABD2AC3}" destId="{2C34B764-B841-46AD-829B-F15FA7C856ED}" srcOrd="0" destOrd="0" presId="urn:microsoft.com/office/officeart/2005/8/layout/orgChart1"/>
    <dgm:cxn modelId="{B1964FD8-8DBC-43D0-AEDD-567C084195CA}" type="presParOf" srcId="{2C34B764-B841-46AD-829B-F15FA7C856ED}" destId="{BA80B6FE-F81D-4BD6-93D1-7EE9AF534738}" srcOrd="0" destOrd="0" presId="urn:microsoft.com/office/officeart/2005/8/layout/orgChart1"/>
    <dgm:cxn modelId="{533D5EAE-5497-4FE4-9B51-FB864145FE77}" type="presParOf" srcId="{2C34B764-B841-46AD-829B-F15FA7C856ED}" destId="{F2BACC90-12FE-4A4E-BAEA-87726570CE93}" srcOrd="1" destOrd="0" presId="urn:microsoft.com/office/officeart/2005/8/layout/orgChart1"/>
    <dgm:cxn modelId="{93CE1DF4-0AE7-4B70-B5CD-A61A7D3641F7}" type="presParOf" srcId="{46CC64D7-3A01-477D-AC10-4BE59ABD2AC3}" destId="{3D4BD85F-45C6-44EE-8BD7-1945C50EEFF6}" srcOrd="1" destOrd="0" presId="urn:microsoft.com/office/officeart/2005/8/layout/orgChart1"/>
    <dgm:cxn modelId="{2AB49443-826E-4ACD-8E93-A0249DE64A4C}" type="presParOf" srcId="{3D4BD85F-45C6-44EE-8BD7-1945C50EEFF6}" destId="{B34552AA-5E32-4043-8859-217BC1D4FF27}" srcOrd="0" destOrd="0" presId="urn:microsoft.com/office/officeart/2005/8/layout/orgChart1"/>
    <dgm:cxn modelId="{5E031022-4380-4528-AAAB-975CDE5D4E63}" type="presParOf" srcId="{3D4BD85F-45C6-44EE-8BD7-1945C50EEFF6}" destId="{3FAC9D9F-1466-4D0E-864E-74EC8116D6B8}" srcOrd="1" destOrd="0" presId="urn:microsoft.com/office/officeart/2005/8/layout/orgChart1"/>
    <dgm:cxn modelId="{80EB6A3B-E8A9-42F0-BA73-18F50AABCA46}" type="presParOf" srcId="{3FAC9D9F-1466-4D0E-864E-74EC8116D6B8}" destId="{9CA7CE9D-86F3-4F70-ABC2-D9F1EBA37E06}" srcOrd="0" destOrd="0" presId="urn:microsoft.com/office/officeart/2005/8/layout/orgChart1"/>
    <dgm:cxn modelId="{AD6E9E0D-AEEF-4A7F-A3E0-FC76B5E590F0}" type="presParOf" srcId="{9CA7CE9D-86F3-4F70-ABC2-D9F1EBA37E06}" destId="{BA59F911-801C-4F3F-B4CA-AEE44FD104F6}" srcOrd="0" destOrd="0" presId="urn:microsoft.com/office/officeart/2005/8/layout/orgChart1"/>
    <dgm:cxn modelId="{C33D436A-EE51-4098-AE4C-224E4DDD9E37}" type="presParOf" srcId="{9CA7CE9D-86F3-4F70-ABC2-D9F1EBA37E06}" destId="{81F9664D-0034-491B-95A3-0DF5C5B7C2F9}" srcOrd="1" destOrd="0" presId="urn:microsoft.com/office/officeart/2005/8/layout/orgChart1"/>
    <dgm:cxn modelId="{E7BEB506-CD0E-439D-8959-0E97A22B137C}" type="presParOf" srcId="{3FAC9D9F-1466-4D0E-864E-74EC8116D6B8}" destId="{78ACB026-158E-455D-BEE7-47C0F812D896}" srcOrd="1" destOrd="0" presId="urn:microsoft.com/office/officeart/2005/8/layout/orgChart1"/>
    <dgm:cxn modelId="{0BFFAEF5-29AD-4E6F-86D1-9FA3EF50CF73}" type="presParOf" srcId="{3FAC9D9F-1466-4D0E-864E-74EC8116D6B8}" destId="{1CFB5DE3-735F-4AFF-A96E-AFF7C6396B63}" srcOrd="2" destOrd="0" presId="urn:microsoft.com/office/officeart/2005/8/layout/orgChart1"/>
    <dgm:cxn modelId="{8DB64177-1C5F-44B6-BB78-FAE8D61E5ADD}" type="presParOf" srcId="{3D4BD85F-45C6-44EE-8BD7-1945C50EEFF6}" destId="{A62B8A32-D533-4924-A3F8-FFEAAA3D0453}" srcOrd="2" destOrd="0" presId="urn:microsoft.com/office/officeart/2005/8/layout/orgChart1"/>
    <dgm:cxn modelId="{A6150B1F-8676-48DB-B4E5-CF2C3C67B21D}" type="presParOf" srcId="{3D4BD85F-45C6-44EE-8BD7-1945C50EEFF6}" destId="{20418DF0-BAE0-49C1-A9FF-11B44A64C107}" srcOrd="3" destOrd="0" presId="urn:microsoft.com/office/officeart/2005/8/layout/orgChart1"/>
    <dgm:cxn modelId="{A16BD7A6-6F8A-477D-9DD5-4B2D15815335}" type="presParOf" srcId="{20418DF0-BAE0-49C1-A9FF-11B44A64C107}" destId="{01A43CF5-CE12-48F4-9E65-E0109C427B89}" srcOrd="0" destOrd="0" presId="urn:microsoft.com/office/officeart/2005/8/layout/orgChart1"/>
    <dgm:cxn modelId="{3B3386FA-4F21-4273-B75B-F9CB195C31B3}" type="presParOf" srcId="{01A43CF5-CE12-48F4-9E65-E0109C427B89}" destId="{B6B86D94-2EDA-4CCD-AA74-BAEC7C885B21}" srcOrd="0" destOrd="0" presId="urn:microsoft.com/office/officeart/2005/8/layout/orgChart1"/>
    <dgm:cxn modelId="{CE84316A-D06E-4938-9907-FF3038BB89A0}" type="presParOf" srcId="{01A43CF5-CE12-48F4-9E65-E0109C427B89}" destId="{A2DA3532-DAC9-471A-91E4-C5272A03D7F2}" srcOrd="1" destOrd="0" presId="urn:microsoft.com/office/officeart/2005/8/layout/orgChart1"/>
    <dgm:cxn modelId="{8D343A60-57AB-49A6-B38D-F181AC0D3A41}" type="presParOf" srcId="{20418DF0-BAE0-49C1-A9FF-11B44A64C107}" destId="{10EFE779-1F1F-41B3-AE76-A15B21C203A8}" srcOrd="1" destOrd="0" presId="urn:microsoft.com/office/officeart/2005/8/layout/orgChart1"/>
    <dgm:cxn modelId="{DE68AEC0-2701-41AD-B147-BC692E139C2C}" type="presParOf" srcId="{20418DF0-BAE0-49C1-A9FF-11B44A64C107}" destId="{4A0DEFE1-9A77-492D-9740-29A07725D828}" srcOrd="2" destOrd="0" presId="urn:microsoft.com/office/officeart/2005/8/layout/orgChart1"/>
    <dgm:cxn modelId="{C8390688-4817-48C4-9CEC-4001FE5194CF}" type="presParOf" srcId="{3D4BD85F-45C6-44EE-8BD7-1945C50EEFF6}" destId="{F003E5FF-2C70-4863-8AD5-47CAD87B65FC}" srcOrd="4" destOrd="0" presId="urn:microsoft.com/office/officeart/2005/8/layout/orgChart1"/>
    <dgm:cxn modelId="{AEC89160-5AA7-460B-B229-D35B8C2FE5FA}" type="presParOf" srcId="{3D4BD85F-45C6-44EE-8BD7-1945C50EEFF6}" destId="{0D06EFBA-4A12-443E-9DBC-03E7B8862DB8}" srcOrd="5" destOrd="0" presId="urn:microsoft.com/office/officeart/2005/8/layout/orgChart1"/>
    <dgm:cxn modelId="{313D0D9F-432F-47AA-A119-25404393E26E}" type="presParOf" srcId="{0D06EFBA-4A12-443E-9DBC-03E7B8862DB8}" destId="{81755EFE-CC75-42D7-A138-2E9C99CAACDE}" srcOrd="0" destOrd="0" presId="urn:microsoft.com/office/officeart/2005/8/layout/orgChart1"/>
    <dgm:cxn modelId="{95334146-C1C4-465C-8019-0A628CB9644E}" type="presParOf" srcId="{81755EFE-CC75-42D7-A138-2E9C99CAACDE}" destId="{36680D4D-E9C2-4E7D-B4C2-E5E4EDAE3E31}" srcOrd="0" destOrd="0" presId="urn:microsoft.com/office/officeart/2005/8/layout/orgChart1"/>
    <dgm:cxn modelId="{08170C82-E3FA-4AE6-BF1E-87E36E85E5A0}" type="presParOf" srcId="{81755EFE-CC75-42D7-A138-2E9C99CAACDE}" destId="{FBA95D31-9A31-459B-9965-6BAAA674A5D2}" srcOrd="1" destOrd="0" presId="urn:microsoft.com/office/officeart/2005/8/layout/orgChart1"/>
    <dgm:cxn modelId="{C3E678E7-5A40-4C8E-B3A1-1E7148C4284C}" type="presParOf" srcId="{0D06EFBA-4A12-443E-9DBC-03E7B8862DB8}" destId="{F38CED0E-33BC-4FD9-8B84-987D0FE7E918}" srcOrd="1" destOrd="0" presId="urn:microsoft.com/office/officeart/2005/8/layout/orgChart1"/>
    <dgm:cxn modelId="{440BDB1C-643C-4D69-B75B-CF20B91D4D30}" type="presParOf" srcId="{0D06EFBA-4A12-443E-9DBC-03E7B8862DB8}" destId="{3F741546-6B09-45AC-975E-35886C431023}" srcOrd="2" destOrd="0" presId="urn:microsoft.com/office/officeart/2005/8/layout/orgChart1"/>
    <dgm:cxn modelId="{979E2122-0F91-46CC-B674-2CBDB2FC3303}" type="presParOf" srcId="{46CC64D7-3A01-477D-AC10-4BE59ABD2AC3}" destId="{C111E31C-CE4F-47CC-A232-9C4CA39F37C2}" srcOrd="2" destOrd="0" presId="urn:microsoft.com/office/officeart/2005/8/layout/orgChart1"/>
    <dgm:cxn modelId="{68FB6953-6A9D-4E3E-88A1-4B460B4DCDDC}" type="presParOf" srcId="{DB76ABCB-4B5C-49C4-8295-4E8F71683540}" destId="{AF165339-5D68-442E-A46B-E67D46775D69}" srcOrd="4" destOrd="0" presId="urn:microsoft.com/office/officeart/2005/8/layout/orgChart1"/>
    <dgm:cxn modelId="{27651D86-3B60-46EB-9473-F42A967E2FD9}" type="presParOf" srcId="{DB76ABCB-4B5C-49C4-8295-4E8F71683540}" destId="{D833D596-6E51-468D-8EDC-EA52AC1A2FA4}" srcOrd="5" destOrd="0" presId="urn:microsoft.com/office/officeart/2005/8/layout/orgChart1"/>
    <dgm:cxn modelId="{61335F7F-7B19-471D-A3D0-ED8B6D3E4ACE}" type="presParOf" srcId="{D833D596-6E51-468D-8EDC-EA52AC1A2FA4}" destId="{148E8F29-D2D9-44DC-B68A-D66BA9562340}" srcOrd="0" destOrd="0" presId="urn:microsoft.com/office/officeart/2005/8/layout/orgChart1"/>
    <dgm:cxn modelId="{9779D297-2BC9-4AA3-A255-0C74943CF855}" type="presParOf" srcId="{148E8F29-D2D9-44DC-B68A-D66BA9562340}" destId="{342EB863-588E-4E12-8512-049A1D5E23C2}" srcOrd="0" destOrd="0" presId="urn:microsoft.com/office/officeart/2005/8/layout/orgChart1"/>
    <dgm:cxn modelId="{D863C345-6D85-44C2-9B8D-0E68CAC5FDAC}" type="presParOf" srcId="{148E8F29-D2D9-44DC-B68A-D66BA9562340}" destId="{10CDCEC8-9902-4E72-8736-DB3EEEF39B65}" srcOrd="1" destOrd="0" presId="urn:microsoft.com/office/officeart/2005/8/layout/orgChart1"/>
    <dgm:cxn modelId="{B9065E18-E541-44B8-82F0-ADFDD06F168B}" type="presParOf" srcId="{D833D596-6E51-468D-8EDC-EA52AC1A2FA4}" destId="{A6EF578A-4664-4395-81CE-BAD1D4B42725}" srcOrd="1" destOrd="0" presId="urn:microsoft.com/office/officeart/2005/8/layout/orgChart1"/>
    <dgm:cxn modelId="{802ED9FB-99CE-41A5-A459-046AEA1743C5}" type="presParOf" srcId="{A6EF578A-4664-4395-81CE-BAD1D4B42725}" destId="{DEAA1C8A-D406-4C8C-A1F8-1ED103E1E289}" srcOrd="0" destOrd="0" presId="urn:microsoft.com/office/officeart/2005/8/layout/orgChart1"/>
    <dgm:cxn modelId="{12EED87E-5F6C-4E75-B4AC-C02F4BA8E320}" type="presParOf" srcId="{A6EF578A-4664-4395-81CE-BAD1D4B42725}" destId="{B5F5FED5-15A8-43C7-9A82-5E06059E96A7}" srcOrd="1" destOrd="0" presId="urn:microsoft.com/office/officeart/2005/8/layout/orgChart1"/>
    <dgm:cxn modelId="{C2C912E3-609A-4663-905B-D2D29D42DB4A}" type="presParOf" srcId="{B5F5FED5-15A8-43C7-9A82-5E06059E96A7}" destId="{F68C0E72-80E9-41BC-8E96-2C9846B2FCA2}" srcOrd="0" destOrd="0" presId="urn:microsoft.com/office/officeart/2005/8/layout/orgChart1"/>
    <dgm:cxn modelId="{9B66FA4E-1FB7-4EF4-A658-75CE0F7C866B}" type="presParOf" srcId="{F68C0E72-80E9-41BC-8E96-2C9846B2FCA2}" destId="{E4C43200-78FE-4E73-8EF1-1A5A6B5FECA3}" srcOrd="0" destOrd="0" presId="urn:microsoft.com/office/officeart/2005/8/layout/orgChart1"/>
    <dgm:cxn modelId="{E99E02D4-0E26-4863-8D1E-B5FBD1717775}" type="presParOf" srcId="{F68C0E72-80E9-41BC-8E96-2C9846B2FCA2}" destId="{D37C862A-EA3D-46DD-B47F-68B8C3D00558}" srcOrd="1" destOrd="0" presId="urn:microsoft.com/office/officeart/2005/8/layout/orgChart1"/>
    <dgm:cxn modelId="{FD4B8E19-CBFC-4414-A7BF-2165E7BA5D1E}" type="presParOf" srcId="{B5F5FED5-15A8-43C7-9A82-5E06059E96A7}" destId="{ED4F3B73-33E3-4252-AE3E-E9C5584B7917}" srcOrd="1" destOrd="0" presId="urn:microsoft.com/office/officeart/2005/8/layout/orgChart1"/>
    <dgm:cxn modelId="{E874F7A9-9D73-43CF-8478-34195AAEE551}" type="presParOf" srcId="{B5F5FED5-15A8-43C7-9A82-5E06059E96A7}" destId="{880B6EC7-5CD5-4CA6-BF95-39FF104F166D}" srcOrd="2" destOrd="0" presId="urn:microsoft.com/office/officeart/2005/8/layout/orgChart1"/>
    <dgm:cxn modelId="{0EEE21E9-7147-4557-84D7-D3F0B993164F}" type="presParOf" srcId="{A6EF578A-4664-4395-81CE-BAD1D4B42725}" destId="{C04A8C97-0F13-4863-BE7D-7B9E5A3A6E64}" srcOrd="2" destOrd="0" presId="urn:microsoft.com/office/officeart/2005/8/layout/orgChart1"/>
    <dgm:cxn modelId="{E0536445-37E8-484A-8803-6529F73D0A2F}" type="presParOf" srcId="{A6EF578A-4664-4395-81CE-BAD1D4B42725}" destId="{D72DD9C5-FC8E-4DC3-94E6-B7A002D794E3}" srcOrd="3" destOrd="0" presId="urn:microsoft.com/office/officeart/2005/8/layout/orgChart1"/>
    <dgm:cxn modelId="{6C8702D3-D312-4653-A94F-4A18D4CFE88C}" type="presParOf" srcId="{D72DD9C5-FC8E-4DC3-94E6-B7A002D794E3}" destId="{08F26909-914D-4E1E-B285-72EEE9B5B3E7}" srcOrd="0" destOrd="0" presId="urn:microsoft.com/office/officeart/2005/8/layout/orgChart1"/>
    <dgm:cxn modelId="{BF314795-1137-4F74-87DA-494833DB78C2}" type="presParOf" srcId="{08F26909-914D-4E1E-B285-72EEE9B5B3E7}" destId="{43387251-1577-4DEC-8DA7-4EE0958EE896}" srcOrd="0" destOrd="0" presId="urn:microsoft.com/office/officeart/2005/8/layout/orgChart1"/>
    <dgm:cxn modelId="{256ED2D7-CD4D-4C20-BCF1-A01B2D5BC6B1}" type="presParOf" srcId="{08F26909-914D-4E1E-B285-72EEE9B5B3E7}" destId="{05C6DFEF-F54A-4A7F-BE0F-F314035614D9}" srcOrd="1" destOrd="0" presId="urn:microsoft.com/office/officeart/2005/8/layout/orgChart1"/>
    <dgm:cxn modelId="{F331D0C8-5AC2-4D0D-9C80-B5CE3272622E}" type="presParOf" srcId="{D72DD9C5-FC8E-4DC3-94E6-B7A002D794E3}" destId="{305F12A2-E997-4B2F-AE8C-C6A785270D53}" srcOrd="1" destOrd="0" presId="urn:microsoft.com/office/officeart/2005/8/layout/orgChart1"/>
    <dgm:cxn modelId="{5B746B13-25B6-4523-9FB2-FB271B3971F7}" type="presParOf" srcId="{D72DD9C5-FC8E-4DC3-94E6-B7A002D794E3}" destId="{D5E96EC4-EE3C-42B3-881B-89E1B9308A38}" srcOrd="2" destOrd="0" presId="urn:microsoft.com/office/officeart/2005/8/layout/orgChart1"/>
    <dgm:cxn modelId="{2AC6E556-5372-4A4A-BA96-1B3A99763E17}" type="presParOf" srcId="{D833D596-6E51-468D-8EDC-EA52AC1A2FA4}" destId="{FE4C4497-52D7-48A0-A92E-1EB4FB1C3699}" srcOrd="2" destOrd="0" presId="urn:microsoft.com/office/officeart/2005/8/layout/orgChart1"/>
    <dgm:cxn modelId="{013A004A-CA12-447F-BE59-753AD648EB47}" type="presParOf" srcId="{DB76ABCB-4B5C-49C4-8295-4E8F71683540}" destId="{B377B8D1-8741-41C7-B4E8-9DC7783D747F}" srcOrd="6" destOrd="0" presId="urn:microsoft.com/office/officeart/2005/8/layout/orgChart1"/>
    <dgm:cxn modelId="{BEB2D5A9-DD42-4990-B79F-8A561FA90046}" type="presParOf" srcId="{DB76ABCB-4B5C-49C4-8295-4E8F71683540}" destId="{EEDEED5F-60CE-4302-990D-558F9B3CA06B}" srcOrd="7" destOrd="0" presId="urn:microsoft.com/office/officeart/2005/8/layout/orgChart1"/>
    <dgm:cxn modelId="{F0D611BA-604E-4FA9-873E-B10F6492C03D}" type="presParOf" srcId="{EEDEED5F-60CE-4302-990D-558F9B3CA06B}" destId="{2E0A9EC2-9F56-4B11-86D9-F942C8370953}" srcOrd="0" destOrd="0" presId="urn:microsoft.com/office/officeart/2005/8/layout/orgChart1"/>
    <dgm:cxn modelId="{300FB40A-B1AC-45A0-9C61-C6B097587631}" type="presParOf" srcId="{2E0A9EC2-9F56-4B11-86D9-F942C8370953}" destId="{56089184-5D6E-48F0-9695-F2E066F4444C}" srcOrd="0" destOrd="0" presId="urn:microsoft.com/office/officeart/2005/8/layout/orgChart1"/>
    <dgm:cxn modelId="{25940C5F-39BE-45B1-923C-74F008396E25}" type="presParOf" srcId="{2E0A9EC2-9F56-4B11-86D9-F942C8370953}" destId="{7884DCBD-4B15-4E4C-B460-625073BF2634}" srcOrd="1" destOrd="0" presId="urn:microsoft.com/office/officeart/2005/8/layout/orgChart1"/>
    <dgm:cxn modelId="{65C26B48-3DB2-4A81-8E7C-1FF9BD06F48C}" type="presParOf" srcId="{EEDEED5F-60CE-4302-990D-558F9B3CA06B}" destId="{38982342-9240-4A2C-BD75-CCE0CEFCC57C}" srcOrd="1" destOrd="0" presId="urn:microsoft.com/office/officeart/2005/8/layout/orgChart1"/>
    <dgm:cxn modelId="{8332AFF4-FC39-4BF5-8FF3-4C1671A720FE}" type="presParOf" srcId="{38982342-9240-4A2C-BD75-CCE0CEFCC57C}" destId="{C6E203A0-06F2-42FF-B20B-BC79F7F89E5B}" srcOrd="0" destOrd="0" presId="urn:microsoft.com/office/officeart/2005/8/layout/orgChart1"/>
    <dgm:cxn modelId="{A562A445-5BBA-42FE-96DB-823B3D84721A}" type="presParOf" srcId="{38982342-9240-4A2C-BD75-CCE0CEFCC57C}" destId="{E3BD627D-BA7B-41C9-AF9D-BC6FD8904CCF}" srcOrd="1" destOrd="0" presId="urn:microsoft.com/office/officeart/2005/8/layout/orgChart1"/>
    <dgm:cxn modelId="{F0FA3A77-1873-4EF3-84F7-34C7DD1FE6E1}" type="presParOf" srcId="{E3BD627D-BA7B-41C9-AF9D-BC6FD8904CCF}" destId="{1C1B042E-01F2-421E-81E8-A865A1051BA7}" srcOrd="0" destOrd="0" presId="urn:microsoft.com/office/officeart/2005/8/layout/orgChart1"/>
    <dgm:cxn modelId="{AD96DEE4-33D9-48B6-8075-DFF9732EB7B1}" type="presParOf" srcId="{1C1B042E-01F2-421E-81E8-A865A1051BA7}" destId="{9DE3965B-1D7E-439D-A2D0-6A2BEFC0579A}" srcOrd="0" destOrd="0" presId="urn:microsoft.com/office/officeart/2005/8/layout/orgChart1"/>
    <dgm:cxn modelId="{CFB61C9B-4084-4BFB-94C8-5B6832788C13}" type="presParOf" srcId="{1C1B042E-01F2-421E-81E8-A865A1051BA7}" destId="{DAE534AC-C0E5-43DE-A8F1-568A780959BE}" srcOrd="1" destOrd="0" presId="urn:microsoft.com/office/officeart/2005/8/layout/orgChart1"/>
    <dgm:cxn modelId="{6C06D5C7-2130-4998-94B7-C43279B5CEFD}" type="presParOf" srcId="{E3BD627D-BA7B-41C9-AF9D-BC6FD8904CCF}" destId="{CDEC7342-52BC-4E5D-B9D2-C0C50751673A}" srcOrd="1" destOrd="0" presId="urn:microsoft.com/office/officeart/2005/8/layout/orgChart1"/>
    <dgm:cxn modelId="{FD4CC7F3-C667-4A0F-A267-021C1369AB94}" type="presParOf" srcId="{E3BD627D-BA7B-41C9-AF9D-BC6FD8904CCF}" destId="{F5DA42A1-146C-42F0-8027-080B5FBCDE5B}" srcOrd="2" destOrd="0" presId="urn:microsoft.com/office/officeart/2005/8/layout/orgChart1"/>
    <dgm:cxn modelId="{7C5335D9-5F6E-4B4A-BD61-67575C743369}" type="presParOf" srcId="{38982342-9240-4A2C-BD75-CCE0CEFCC57C}" destId="{BD969A3E-9AE5-409A-8EE1-8F4785263CD5}" srcOrd="2" destOrd="0" presId="urn:microsoft.com/office/officeart/2005/8/layout/orgChart1"/>
    <dgm:cxn modelId="{A95992A7-9D3C-496F-A502-D575F0897E4D}" type="presParOf" srcId="{38982342-9240-4A2C-BD75-CCE0CEFCC57C}" destId="{1BF81D40-3327-4832-9C70-EFA6827CB6B6}" srcOrd="3" destOrd="0" presId="urn:microsoft.com/office/officeart/2005/8/layout/orgChart1"/>
    <dgm:cxn modelId="{0A0A409F-3703-411C-B2B3-C960BAAB78E8}" type="presParOf" srcId="{1BF81D40-3327-4832-9C70-EFA6827CB6B6}" destId="{16DB287F-C92C-40AC-A23E-61AB2D97C139}" srcOrd="0" destOrd="0" presId="urn:microsoft.com/office/officeart/2005/8/layout/orgChart1"/>
    <dgm:cxn modelId="{FE69A897-C19E-4E9B-89D8-01855CC3810C}" type="presParOf" srcId="{16DB287F-C92C-40AC-A23E-61AB2D97C139}" destId="{03E0490D-017C-4F35-AE27-1E21B7E66EAD}" srcOrd="0" destOrd="0" presId="urn:microsoft.com/office/officeart/2005/8/layout/orgChart1"/>
    <dgm:cxn modelId="{9E0E692C-7453-410F-B9BC-1983C33FDE7C}" type="presParOf" srcId="{16DB287F-C92C-40AC-A23E-61AB2D97C139}" destId="{16EED23D-403B-4B39-BDC7-712863FBE372}" srcOrd="1" destOrd="0" presId="urn:microsoft.com/office/officeart/2005/8/layout/orgChart1"/>
    <dgm:cxn modelId="{35E44B48-8AF7-4930-9B3C-5D35BD1F9E30}" type="presParOf" srcId="{1BF81D40-3327-4832-9C70-EFA6827CB6B6}" destId="{613E1E9E-6FE9-477D-B28D-6C46BC7FFA7D}" srcOrd="1" destOrd="0" presId="urn:microsoft.com/office/officeart/2005/8/layout/orgChart1"/>
    <dgm:cxn modelId="{6AAAC9EF-6455-4FB3-9C5F-4ECE297D51BD}" type="presParOf" srcId="{1BF81D40-3327-4832-9C70-EFA6827CB6B6}" destId="{FD17B9B7-8D44-4DDC-9E28-ED38003436CF}" srcOrd="2" destOrd="0" presId="urn:microsoft.com/office/officeart/2005/8/layout/orgChart1"/>
    <dgm:cxn modelId="{AFF8497E-CBA1-4BAB-99EA-822E32BC6796}" type="presParOf" srcId="{38982342-9240-4A2C-BD75-CCE0CEFCC57C}" destId="{64BA4CF7-35BA-4214-BEFE-FE785BD71BE2}" srcOrd="4" destOrd="0" presId="urn:microsoft.com/office/officeart/2005/8/layout/orgChart1"/>
    <dgm:cxn modelId="{99EC635A-C51C-4D64-8257-55D713D057C1}" type="presParOf" srcId="{38982342-9240-4A2C-BD75-CCE0CEFCC57C}" destId="{911CF303-1370-4721-BEE2-A8B8D6B7161E}" srcOrd="5" destOrd="0" presId="urn:microsoft.com/office/officeart/2005/8/layout/orgChart1"/>
    <dgm:cxn modelId="{62AC46AF-362C-483E-924C-083C114A5DA7}" type="presParOf" srcId="{911CF303-1370-4721-BEE2-A8B8D6B7161E}" destId="{05A1BE6D-73E4-454F-8946-B1995C93935D}" srcOrd="0" destOrd="0" presId="urn:microsoft.com/office/officeart/2005/8/layout/orgChart1"/>
    <dgm:cxn modelId="{F7919DBB-16A6-440C-AC0E-76679C75D80B}" type="presParOf" srcId="{05A1BE6D-73E4-454F-8946-B1995C93935D}" destId="{CA41736F-FABE-4ABD-BF23-235B80A8399B}" srcOrd="0" destOrd="0" presId="urn:microsoft.com/office/officeart/2005/8/layout/orgChart1"/>
    <dgm:cxn modelId="{5C1D9C50-D7AE-40DD-8439-E6BA201AE50C}" type="presParOf" srcId="{05A1BE6D-73E4-454F-8946-B1995C93935D}" destId="{0FE66474-2B9B-4E78-BC73-D96FED69D7EA}" srcOrd="1" destOrd="0" presId="urn:microsoft.com/office/officeart/2005/8/layout/orgChart1"/>
    <dgm:cxn modelId="{B47B6697-B0E8-47D7-BE12-808EF32A61FC}" type="presParOf" srcId="{911CF303-1370-4721-BEE2-A8B8D6B7161E}" destId="{5A9F6318-4E0B-464E-841B-1569C6CFC8CF}" srcOrd="1" destOrd="0" presId="urn:microsoft.com/office/officeart/2005/8/layout/orgChart1"/>
    <dgm:cxn modelId="{EAED209D-D88F-45DB-A41E-3696AC5ABC4A}" type="presParOf" srcId="{911CF303-1370-4721-BEE2-A8B8D6B7161E}" destId="{BFD4FEFF-0B12-40CF-83AB-778EC460862F}" srcOrd="2" destOrd="0" presId="urn:microsoft.com/office/officeart/2005/8/layout/orgChart1"/>
    <dgm:cxn modelId="{D3EEF66D-BCF8-4AB1-B1F4-86B0C5571274}" type="presParOf" srcId="{38982342-9240-4A2C-BD75-CCE0CEFCC57C}" destId="{56F5B358-32D8-44AD-89A5-2AD1E4E9D21D}" srcOrd="6" destOrd="0" presId="urn:microsoft.com/office/officeart/2005/8/layout/orgChart1"/>
    <dgm:cxn modelId="{6D176C0D-B3BF-440B-AD5B-32DA447A7D3B}" type="presParOf" srcId="{38982342-9240-4A2C-BD75-CCE0CEFCC57C}" destId="{EAD7413A-A998-4CB2-BA78-08BC339A3285}" srcOrd="7" destOrd="0" presId="urn:microsoft.com/office/officeart/2005/8/layout/orgChart1"/>
    <dgm:cxn modelId="{4B12283F-6487-42FE-8E6F-5A896C86B20A}" type="presParOf" srcId="{EAD7413A-A998-4CB2-BA78-08BC339A3285}" destId="{BB9ACAB4-EE91-4900-B9DA-78E286084872}" srcOrd="0" destOrd="0" presId="urn:microsoft.com/office/officeart/2005/8/layout/orgChart1"/>
    <dgm:cxn modelId="{8DE0C553-2B30-42EB-91DE-848D66F425A5}" type="presParOf" srcId="{BB9ACAB4-EE91-4900-B9DA-78E286084872}" destId="{8F8824A3-6B55-4EA8-91C1-C9F793CB0668}" srcOrd="0" destOrd="0" presId="urn:microsoft.com/office/officeart/2005/8/layout/orgChart1"/>
    <dgm:cxn modelId="{8B406C9F-5560-46F6-B976-9FC34083F96A}" type="presParOf" srcId="{BB9ACAB4-EE91-4900-B9DA-78E286084872}" destId="{30189C51-4D1A-494A-A402-9EF825BBAE4D}" srcOrd="1" destOrd="0" presId="urn:microsoft.com/office/officeart/2005/8/layout/orgChart1"/>
    <dgm:cxn modelId="{49C9F5E0-6EC5-483F-9DB7-7B3B6CC48CD1}" type="presParOf" srcId="{EAD7413A-A998-4CB2-BA78-08BC339A3285}" destId="{53BD512E-A195-483B-843F-13DBF3F67E3F}" srcOrd="1" destOrd="0" presId="urn:microsoft.com/office/officeart/2005/8/layout/orgChart1"/>
    <dgm:cxn modelId="{9ED5C1DE-5FD9-4D74-9A2B-49BB8380B0CF}" type="presParOf" srcId="{EAD7413A-A998-4CB2-BA78-08BC339A3285}" destId="{6FDD51C4-4B0C-47B5-8018-B377F91325EB}" srcOrd="2" destOrd="0" presId="urn:microsoft.com/office/officeart/2005/8/layout/orgChart1"/>
    <dgm:cxn modelId="{22EB0153-64BC-4CCC-A572-A732B8B0C79F}" type="presParOf" srcId="{EEDEED5F-60CE-4302-990D-558F9B3CA06B}" destId="{F7E630C3-6E1C-407D-BE1D-5EEF03BEEEFE}" srcOrd="2" destOrd="0" presId="urn:microsoft.com/office/officeart/2005/8/layout/orgChart1"/>
    <dgm:cxn modelId="{D77E9A3C-BEDB-4C8B-9E09-91E4D5BEB09C}" type="presParOf" srcId="{DB76ABCB-4B5C-49C4-8295-4E8F71683540}" destId="{A7B20C03-5E06-44A3-85C4-61AD32404ADB}" srcOrd="8" destOrd="0" presId="urn:microsoft.com/office/officeart/2005/8/layout/orgChart1"/>
    <dgm:cxn modelId="{AF0E1EEF-951D-4442-BA10-D80D5D4DF939}" type="presParOf" srcId="{DB76ABCB-4B5C-49C4-8295-4E8F71683540}" destId="{1AAA82D6-D49C-431C-A331-D5092049B8D5}" srcOrd="9" destOrd="0" presId="urn:microsoft.com/office/officeart/2005/8/layout/orgChart1"/>
    <dgm:cxn modelId="{82023A2D-7322-4F39-A021-1B604DD4008A}" type="presParOf" srcId="{1AAA82D6-D49C-431C-A331-D5092049B8D5}" destId="{81FDF4BF-3CF7-495B-9B96-FA81DE48075E}" srcOrd="0" destOrd="0" presId="urn:microsoft.com/office/officeart/2005/8/layout/orgChart1"/>
    <dgm:cxn modelId="{4A5414E1-5C2C-4876-9422-A9E12159965C}" type="presParOf" srcId="{81FDF4BF-3CF7-495B-9B96-FA81DE48075E}" destId="{7FE4E5FE-D7BF-49CF-9F17-89A42F32142E}" srcOrd="0" destOrd="0" presId="urn:microsoft.com/office/officeart/2005/8/layout/orgChart1"/>
    <dgm:cxn modelId="{0B47399B-0C0A-4DD0-8322-48B135E4F056}" type="presParOf" srcId="{81FDF4BF-3CF7-495B-9B96-FA81DE48075E}" destId="{0FF0B3FB-B333-42DC-96A6-638311AD3914}" srcOrd="1" destOrd="0" presId="urn:microsoft.com/office/officeart/2005/8/layout/orgChart1"/>
    <dgm:cxn modelId="{D94CC445-0ABF-4FC4-B84E-37702461ED46}" type="presParOf" srcId="{1AAA82D6-D49C-431C-A331-D5092049B8D5}" destId="{A0EB8B5B-C047-454B-9F42-31A80A8F3642}" srcOrd="1" destOrd="0" presId="urn:microsoft.com/office/officeart/2005/8/layout/orgChart1"/>
    <dgm:cxn modelId="{BD985B28-EEBE-4F19-AE80-04C43F44BF61}" type="presParOf" srcId="{A0EB8B5B-C047-454B-9F42-31A80A8F3642}" destId="{0040EFEC-73AF-4632-81E8-6F5889AF9E48}" srcOrd="0" destOrd="0" presId="urn:microsoft.com/office/officeart/2005/8/layout/orgChart1"/>
    <dgm:cxn modelId="{7EB04C13-01BE-446C-B291-C8B2998ADEC1}" type="presParOf" srcId="{A0EB8B5B-C047-454B-9F42-31A80A8F3642}" destId="{F747163F-CDE4-4516-9D8B-724762EC1C0E}" srcOrd="1" destOrd="0" presId="urn:microsoft.com/office/officeart/2005/8/layout/orgChart1"/>
    <dgm:cxn modelId="{718F73B6-8334-42DE-A149-08FCED4E9507}" type="presParOf" srcId="{F747163F-CDE4-4516-9D8B-724762EC1C0E}" destId="{D3BA111E-7479-44BC-9960-B5D88D2C33D6}" srcOrd="0" destOrd="0" presId="urn:microsoft.com/office/officeart/2005/8/layout/orgChart1"/>
    <dgm:cxn modelId="{1F566F09-53BC-478D-8D1A-E1BACA9EA2E1}" type="presParOf" srcId="{D3BA111E-7479-44BC-9960-B5D88D2C33D6}" destId="{3C20EF43-B98F-4757-BD71-2A8395C5ED6B}" srcOrd="0" destOrd="0" presId="urn:microsoft.com/office/officeart/2005/8/layout/orgChart1"/>
    <dgm:cxn modelId="{F78ECB66-0AAE-46DA-A397-A76E9ECB9077}" type="presParOf" srcId="{D3BA111E-7479-44BC-9960-B5D88D2C33D6}" destId="{9165B8A0-133C-4F45-BABF-B8AA1EB41082}" srcOrd="1" destOrd="0" presId="urn:microsoft.com/office/officeart/2005/8/layout/orgChart1"/>
    <dgm:cxn modelId="{E12FB9C4-40D4-4E4F-A3EE-70CB898F715A}" type="presParOf" srcId="{F747163F-CDE4-4516-9D8B-724762EC1C0E}" destId="{0818D3A8-E8C2-46E1-8F16-44F1443ED95B}" srcOrd="1" destOrd="0" presId="urn:microsoft.com/office/officeart/2005/8/layout/orgChart1"/>
    <dgm:cxn modelId="{1C1B0AD3-4705-45BA-9DE5-99F429A84A68}" type="presParOf" srcId="{F747163F-CDE4-4516-9D8B-724762EC1C0E}" destId="{FA8F6E80-427D-4EC3-9AF4-4175CFF5645C}" srcOrd="2" destOrd="0" presId="urn:microsoft.com/office/officeart/2005/8/layout/orgChart1"/>
    <dgm:cxn modelId="{F0546EBB-7252-4CC4-B369-E5A96DCD4B57}" type="presParOf" srcId="{A0EB8B5B-C047-454B-9F42-31A80A8F3642}" destId="{771232ED-1847-4254-8B16-15960EAAABDD}" srcOrd="2" destOrd="0" presId="urn:microsoft.com/office/officeart/2005/8/layout/orgChart1"/>
    <dgm:cxn modelId="{8D85C8A7-3AFC-4E13-B530-40BCD881DE24}" type="presParOf" srcId="{A0EB8B5B-C047-454B-9F42-31A80A8F3642}" destId="{AD3E9154-1860-42B8-AC07-011910C43A60}" srcOrd="3" destOrd="0" presId="urn:microsoft.com/office/officeart/2005/8/layout/orgChart1"/>
    <dgm:cxn modelId="{75D3064D-496B-456F-8A72-9DB4EF82B476}" type="presParOf" srcId="{AD3E9154-1860-42B8-AC07-011910C43A60}" destId="{023745B2-1A36-4BC8-A7E6-47A1289CCBCD}" srcOrd="0" destOrd="0" presId="urn:microsoft.com/office/officeart/2005/8/layout/orgChart1"/>
    <dgm:cxn modelId="{04E3CF06-C0FC-47C5-BFF7-3A70B55F515A}" type="presParOf" srcId="{023745B2-1A36-4BC8-A7E6-47A1289CCBCD}" destId="{CC8BFD00-5D9A-4EB3-98D2-30419C85A94F}" srcOrd="0" destOrd="0" presId="urn:microsoft.com/office/officeart/2005/8/layout/orgChart1"/>
    <dgm:cxn modelId="{216F2C14-C04A-4931-85D9-C20EA555C9B2}" type="presParOf" srcId="{023745B2-1A36-4BC8-A7E6-47A1289CCBCD}" destId="{B1FC6572-7A2E-4598-83D9-A32DD54E5B7C}" srcOrd="1" destOrd="0" presId="urn:microsoft.com/office/officeart/2005/8/layout/orgChart1"/>
    <dgm:cxn modelId="{1C3B4EBF-21E0-4CF5-85A8-7E9F122380FC}" type="presParOf" srcId="{AD3E9154-1860-42B8-AC07-011910C43A60}" destId="{DF305FE1-E51F-475E-BBEA-A25ACA9FCE7C}" srcOrd="1" destOrd="0" presId="urn:microsoft.com/office/officeart/2005/8/layout/orgChart1"/>
    <dgm:cxn modelId="{569FB108-DC87-4D5E-823E-4DBFDB0D6326}" type="presParOf" srcId="{AD3E9154-1860-42B8-AC07-011910C43A60}" destId="{A2B45377-F9B4-4A7D-941E-07F616BEE4EC}" srcOrd="2" destOrd="0" presId="urn:microsoft.com/office/officeart/2005/8/layout/orgChart1"/>
    <dgm:cxn modelId="{9A8933DE-7D21-4BC0-9B4A-1D1E9E8E6B4D}" type="presParOf" srcId="{1AAA82D6-D49C-431C-A331-D5092049B8D5}" destId="{861B3C0A-D36F-4408-9B37-557124C73251}" srcOrd="2" destOrd="0" presId="urn:microsoft.com/office/officeart/2005/8/layout/orgChart1"/>
    <dgm:cxn modelId="{E053B53F-EB2B-4E38-9221-1C70CB9B2A68}" type="presParOf" srcId="{5C902A25-58EE-4D6C-AB60-08060F0004C2}" destId="{A5080108-10A7-43A5-A5AE-C6747015C1C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232ED-1847-4254-8B16-15960EAAABDD}">
      <dsp:nvSpPr>
        <dsp:cNvPr id="0" name=""/>
        <dsp:cNvSpPr/>
      </dsp:nvSpPr>
      <dsp:spPr>
        <a:xfrm>
          <a:off x="10453499" y="4069493"/>
          <a:ext cx="466734" cy="943571"/>
        </a:xfrm>
        <a:custGeom>
          <a:avLst/>
          <a:gdLst/>
          <a:ahLst/>
          <a:cxnLst/>
          <a:rect l="0" t="0" r="0" b="0"/>
          <a:pathLst>
            <a:path>
              <a:moveTo>
                <a:pt x="0" y="0"/>
              </a:moveTo>
              <a:lnTo>
                <a:pt x="0" y="888392"/>
              </a:lnTo>
              <a:lnTo>
                <a:pt x="466734" y="888392"/>
              </a:lnTo>
              <a:lnTo>
                <a:pt x="466734" y="943571"/>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40EFEC-73AF-4632-81E8-6F5889AF9E48}">
      <dsp:nvSpPr>
        <dsp:cNvPr id="0" name=""/>
        <dsp:cNvSpPr/>
      </dsp:nvSpPr>
      <dsp:spPr>
        <a:xfrm>
          <a:off x="9986764" y="4069493"/>
          <a:ext cx="466734" cy="943571"/>
        </a:xfrm>
        <a:custGeom>
          <a:avLst/>
          <a:gdLst/>
          <a:ahLst/>
          <a:cxnLst/>
          <a:rect l="0" t="0" r="0" b="0"/>
          <a:pathLst>
            <a:path>
              <a:moveTo>
                <a:pt x="466734" y="0"/>
              </a:moveTo>
              <a:lnTo>
                <a:pt x="466734" y="888392"/>
              </a:lnTo>
              <a:lnTo>
                <a:pt x="0" y="888392"/>
              </a:lnTo>
              <a:lnTo>
                <a:pt x="0" y="943571"/>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B20C03-5E06-44A3-85C4-61AD32404ADB}">
      <dsp:nvSpPr>
        <dsp:cNvPr id="0" name=""/>
        <dsp:cNvSpPr/>
      </dsp:nvSpPr>
      <dsp:spPr>
        <a:xfrm>
          <a:off x="5618190" y="3134056"/>
          <a:ext cx="4835308" cy="291059"/>
        </a:xfrm>
        <a:custGeom>
          <a:avLst/>
          <a:gdLst/>
          <a:ahLst/>
          <a:cxnLst/>
          <a:rect l="0" t="0" r="0" b="0"/>
          <a:pathLst>
            <a:path>
              <a:moveTo>
                <a:pt x="0" y="0"/>
              </a:moveTo>
              <a:lnTo>
                <a:pt x="0" y="235880"/>
              </a:lnTo>
              <a:lnTo>
                <a:pt x="4835308" y="235880"/>
              </a:lnTo>
              <a:lnTo>
                <a:pt x="4835308" y="29105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F5B358-32D8-44AD-89A5-2AD1E4E9D21D}">
      <dsp:nvSpPr>
        <dsp:cNvPr id="0" name=""/>
        <dsp:cNvSpPr/>
      </dsp:nvSpPr>
      <dsp:spPr>
        <a:xfrm>
          <a:off x="7898388" y="4069493"/>
          <a:ext cx="1382708" cy="110358"/>
        </a:xfrm>
        <a:custGeom>
          <a:avLst/>
          <a:gdLst/>
          <a:ahLst/>
          <a:cxnLst/>
          <a:rect l="0" t="0" r="0" b="0"/>
          <a:pathLst>
            <a:path>
              <a:moveTo>
                <a:pt x="0" y="0"/>
              </a:moveTo>
              <a:lnTo>
                <a:pt x="0" y="55179"/>
              </a:lnTo>
              <a:lnTo>
                <a:pt x="1382708" y="55179"/>
              </a:lnTo>
              <a:lnTo>
                <a:pt x="1382708" y="110358"/>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BA4CF7-35BA-4214-BEFE-FE785BD71BE2}">
      <dsp:nvSpPr>
        <dsp:cNvPr id="0" name=""/>
        <dsp:cNvSpPr/>
      </dsp:nvSpPr>
      <dsp:spPr>
        <a:xfrm>
          <a:off x="7898388" y="4069493"/>
          <a:ext cx="466734" cy="110358"/>
        </a:xfrm>
        <a:custGeom>
          <a:avLst/>
          <a:gdLst/>
          <a:ahLst/>
          <a:cxnLst/>
          <a:rect l="0" t="0" r="0" b="0"/>
          <a:pathLst>
            <a:path>
              <a:moveTo>
                <a:pt x="0" y="0"/>
              </a:moveTo>
              <a:lnTo>
                <a:pt x="0" y="55179"/>
              </a:lnTo>
              <a:lnTo>
                <a:pt x="466734" y="55179"/>
              </a:lnTo>
              <a:lnTo>
                <a:pt x="466734" y="110358"/>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969A3E-9AE5-409A-8EE1-8F4785263CD5}">
      <dsp:nvSpPr>
        <dsp:cNvPr id="0" name=""/>
        <dsp:cNvSpPr/>
      </dsp:nvSpPr>
      <dsp:spPr>
        <a:xfrm>
          <a:off x="7431654" y="4069493"/>
          <a:ext cx="466734" cy="110358"/>
        </a:xfrm>
        <a:custGeom>
          <a:avLst/>
          <a:gdLst/>
          <a:ahLst/>
          <a:cxnLst/>
          <a:rect l="0" t="0" r="0" b="0"/>
          <a:pathLst>
            <a:path>
              <a:moveTo>
                <a:pt x="466734" y="0"/>
              </a:moveTo>
              <a:lnTo>
                <a:pt x="466734" y="55179"/>
              </a:lnTo>
              <a:lnTo>
                <a:pt x="0" y="55179"/>
              </a:lnTo>
              <a:lnTo>
                <a:pt x="0" y="110358"/>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E203A0-06F2-42FF-B20B-BC79F7F89E5B}">
      <dsp:nvSpPr>
        <dsp:cNvPr id="0" name=""/>
        <dsp:cNvSpPr/>
      </dsp:nvSpPr>
      <dsp:spPr>
        <a:xfrm>
          <a:off x="6498185" y="4069493"/>
          <a:ext cx="1400202" cy="110358"/>
        </a:xfrm>
        <a:custGeom>
          <a:avLst/>
          <a:gdLst/>
          <a:ahLst/>
          <a:cxnLst/>
          <a:rect l="0" t="0" r="0" b="0"/>
          <a:pathLst>
            <a:path>
              <a:moveTo>
                <a:pt x="1400202" y="0"/>
              </a:moveTo>
              <a:lnTo>
                <a:pt x="1400202" y="55179"/>
              </a:lnTo>
              <a:lnTo>
                <a:pt x="0" y="55179"/>
              </a:lnTo>
              <a:lnTo>
                <a:pt x="0" y="110358"/>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77B8D1-8741-41C7-B4E8-9DC7783D747F}">
      <dsp:nvSpPr>
        <dsp:cNvPr id="0" name=""/>
        <dsp:cNvSpPr/>
      </dsp:nvSpPr>
      <dsp:spPr>
        <a:xfrm>
          <a:off x="5618190" y="3134056"/>
          <a:ext cx="2280197" cy="291059"/>
        </a:xfrm>
        <a:custGeom>
          <a:avLst/>
          <a:gdLst/>
          <a:ahLst/>
          <a:cxnLst/>
          <a:rect l="0" t="0" r="0" b="0"/>
          <a:pathLst>
            <a:path>
              <a:moveTo>
                <a:pt x="0" y="0"/>
              </a:moveTo>
              <a:lnTo>
                <a:pt x="0" y="235880"/>
              </a:lnTo>
              <a:lnTo>
                <a:pt x="2280197" y="235880"/>
              </a:lnTo>
              <a:lnTo>
                <a:pt x="2280197" y="29105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4A8C97-0F13-4863-BE7D-7B9E5A3A6E64}">
      <dsp:nvSpPr>
        <dsp:cNvPr id="0" name=""/>
        <dsp:cNvSpPr/>
      </dsp:nvSpPr>
      <dsp:spPr>
        <a:xfrm>
          <a:off x="5622836" y="4077788"/>
          <a:ext cx="433306" cy="942481"/>
        </a:xfrm>
        <a:custGeom>
          <a:avLst/>
          <a:gdLst/>
          <a:ahLst/>
          <a:cxnLst/>
          <a:rect l="0" t="0" r="0" b="0"/>
          <a:pathLst>
            <a:path>
              <a:moveTo>
                <a:pt x="0" y="0"/>
              </a:moveTo>
              <a:lnTo>
                <a:pt x="0" y="887302"/>
              </a:lnTo>
              <a:lnTo>
                <a:pt x="433306" y="887302"/>
              </a:lnTo>
              <a:lnTo>
                <a:pt x="433306" y="942481"/>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AA1C8A-D406-4C8C-A1F8-1ED103E1E289}">
      <dsp:nvSpPr>
        <dsp:cNvPr id="0" name=""/>
        <dsp:cNvSpPr/>
      </dsp:nvSpPr>
      <dsp:spPr>
        <a:xfrm>
          <a:off x="5122674" y="4077788"/>
          <a:ext cx="500162" cy="942481"/>
        </a:xfrm>
        <a:custGeom>
          <a:avLst/>
          <a:gdLst/>
          <a:ahLst/>
          <a:cxnLst/>
          <a:rect l="0" t="0" r="0" b="0"/>
          <a:pathLst>
            <a:path>
              <a:moveTo>
                <a:pt x="500162" y="0"/>
              </a:moveTo>
              <a:lnTo>
                <a:pt x="500162" y="887302"/>
              </a:lnTo>
              <a:lnTo>
                <a:pt x="0" y="887302"/>
              </a:lnTo>
              <a:lnTo>
                <a:pt x="0" y="942481"/>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F165339-5D68-442E-A46B-E67D46775D69}">
      <dsp:nvSpPr>
        <dsp:cNvPr id="0" name=""/>
        <dsp:cNvSpPr/>
      </dsp:nvSpPr>
      <dsp:spPr>
        <a:xfrm>
          <a:off x="5572470" y="3134056"/>
          <a:ext cx="91440" cy="299354"/>
        </a:xfrm>
        <a:custGeom>
          <a:avLst/>
          <a:gdLst/>
          <a:ahLst/>
          <a:cxnLst/>
          <a:rect l="0" t="0" r="0" b="0"/>
          <a:pathLst>
            <a:path>
              <a:moveTo>
                <a:pt x="45720" y="0"/>
              </a:moveTo>
              <a:lnTo>
                <a:pt x="45720" y="244175"/>
              </a:lnTo>
              <a:lnTo>
                <a:pt x="50365" y="244175"/>
              </a:lnTo>
              <a:lnTo>
                <a:pt x="50365" y="29935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03E5FF-2C70-4863-8AD5-47CAD87B65FC}">
      <dsp:nvSpPr>
        <dsp:cNvPr id="0" name=""/>
        <dsp:cNvSpPr/>
      </dsp:nvSpPr>
      <dsp:spPr>
        <a:xfrm>
          <a:off x="3743841" y="4069493"/>
          <a:ext cx="1016783" cy="110358"/>
        </a:xfrm>
        <a:custGeom>
          <a:avLst/>
          <a:gdLst/>
          <a:ahLst/>
          <a:cxnLst/>
          <a:rect l="0" t="0" r="0" b="0"/>
          <a:pathLst>
            <a:path>
              <a:moveTo>
                <a:pt x="0" y="0"/>
              </a:moveTo>
              <a:lnTo>
                <a:pt x="0" y="55179"/>
              </a:lnTo>
              <a:lnTo>
                <a:pt x="1016783" y="55179"/>
              </a:lnTo>
              <a:lnTo>
                <a:pt x="1016783" y="110358"/>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2B8A32-D533-4924-A3F8-FFEAAA3D0453}">
      <dsp:nvSpPr>
        <dsp:cNvPr id="0" name=""/>
        <dsp:cNvSpPr/>
      </dsp:nvSpPr>
      <dsp:spPr>
        <a:xfrm>
          <a:off x="3698121" y="4069493"/>
          <a:ext cx="91440" cy="110358"/>
        </a:xfrm>
        <a:custGeom>
          <a:avLst/>
          <a:gdLst/>
          <a:ahLst/>
          <a:cxnLst/>
          <a:rect l="0" t="0" r="0" b="0"/>
          <a:pathLst>
            <a:path>
              <a:moveTo>
                <a:pt x="45720" y="0"/>
              </a:moveTo>
              <a:lnTo>
                <a:pt x="45720" y="55179"/>
              </a:lnTo>
              <a:lnTo>
                <a:pt x="129035" y="55179"/>
              </a:lnTo>
              <a:lnTo>
                <a:pt x="129035" y="110358"/>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4552AA-5E32-4043-8859-217BC1D4FF27}">
      <dsp:nvSpPr>
        <dsp:cNvPr id="0" name=""/>
        <dsp:cNvSpPr/>
      </dsp:nvSpPr>
      <dsp:spPr>
        <a:xfrm>
          <a:off x="2893688" y="4069493"/>
          <a:ext cx="850153" cy="110358"/>
        </a:xfrm>
        <a:custGeom>
          <a:avLst/>
          <a:gdLst/>
          <a:ahLst/>
          <a:cxnLst/>
          <a:rect l="0" t="0" r="0" b="0"/>
          <a:pathLst>
            <a:path>
              <a:moveTo>
                <a:pt x="850153" y="0"/>
              </a:moveTo>
              <a:lnTo>
                <a:pt x="850153" y="55179"/>
              </a:lnTo>
              <a:lnTo>
                <a:pt x="0" y="55179"/>
              </a:lnTo>
              <a:lnTo>
                <a:pt x="0" y="110358"/>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A612A1-0D42-4183-A829-FA2B011622D7}">
      <dsp:nvSpPr>
        <dsp:cNvPr id="0" name=""/>
        <dsp:cNvSpPr/>
      </dsp:nvSpPr>
      <dsp:spPr>
        <a:xfrm>
          <a:off x="3743841" y="3134056"/>
          <a:ext cx="1874349" cy="291059"/>
        </a:xfrm>
        <a:custGeom>
          <a:avLst/>
          <a:gdLst/>
          <a:ahLst/>
          <a:cxnLst/>
          <a:rect l="0" t="0" r="0" b="0"/>
          <a:pathLst>
            <a:path>
              <a:moveTo>
                <a:pt x="1874349" y="0"/>
              </a:moveTo>
              <a:lnTo>
                <a:pt x="1874349" y="235880"/>
              </a:lnTo>
              <a:lnTo>
                <a:pt x="0" y="235880"/>
              </a:lnTo>
              <a:lnTo>
                <a:pt x="0" y="29105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9CC34E-1046-4317-BD49-D4DFA3707B70}">
      <dsp:nvSpPr>
        <dsp:cNvPr id="0" name=""/>
        <dsp:cNvSpPr/>
      </dsp:nvSpPr>
      <dsp:spPr>
        <a:xfrm>
          <a:off x="1816519" y="4069493"/>
          <a:ext cx="1400202" cy="1059153"/>
        </a:xfrm>
        <a:custGeom>
          <a:avLst/>
          <a:gdLst/>
          <a:ahLst/>
          <a:cxnLst/>
          <a:rect l="0" t="0" r="0" b="0"/>
          <a:pathLst>
            <a:path>
              <a:moveTo>
                <a:pt x="0" y="0"/>
              </a:moveTo>
              <a:lnTo>
                <a:pt x="0" y="1003974"/>
              </a:lnTo>
              <a:lnTo>
                <a:pt x="1400202" y="1003974"/>
              </a:lnTo>
              <a:lnTo>
                <a:pt x="1400202" y="1059153"/>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D08556-5313-4AB6-B573-0D20E5EBBCC8}">
      <dsp:nvSpPr>
        <dsp:cNvPr id="0" name=""/>
        <dsp:cNvSpPr/>
      </dsp:nvSpPr>
      <dsp:spPr>
        <a:xfrm>
          <a:off x="1816519" y="4069493"/>
          <a:ext cx="466734" cy="1059153"/>
        </a:xfrm>
        <a:custGeom>
          <a:avLst/>
          <a:gdLst/>
          <a:ahLst/>
          <a:cxnLst/>
          <a:rect l="0" t="0" r="0" b="0"/>
          <a:pathLst>
            <a:path>
              <a:moveTo>
                <a:pt x="0" y="0"/>
              </a:moveTo>
              <a:lnTo>
                <a:pt x="0" y="1003974"/>
              </a:lnTo>
              <a:lnTo>
                <a:pt x="466734" y="1003974"/>
              </a:lnTo>
              <a:lnTo>
                <a:pt x="466734" y="1059153"/>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ACC6E9-6E58-4554-9999-AA2F47119AAF}">
      <dsp:nvSpPr>
        <dsp:cNvPr id="0" name=""/>
        <dsp:cNvSpPr/>
      </dsp:nvSpPr>
      <dsp:spPr>
        <a:xfrm>
          <a:off x="1345234" y="4069493"/>
          <a:ext cx="471285" cy="1059153"/>
        </a:xfrm>
        <a:custGeom>
          <a:avLst/>
          <a:gdLst/>
          <a:ahLst/>
          <a:cxnLst/>
          <a:rect l="0" t="0" r="0" b="0"/>
          <a:pathLst>
            <a:path>
              <a:moveTo>
                <a:pt x="471285" y="0"/>
              </a:moveTo>
              <a:lnTo>
                <a:pt x="471285" y="1003974"/>
              </a:lnTo>
              <a:lnTo>
                <a:pt x="0" y="1003974"/>
              </a:lnTo>
              <a:lnTo>
                <a:pt x="0" y="1059153"/>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7A36FB-40AA-4EAB-99B4-4BDD07F2028A}">
      <dsp:nvSpPr>
        <dsp:cNvPr id="0" name=""/>
        <dsp:cNvSpPr/>
      </dsp:nvSpPr>
      <dsp:spPr>
        <a:xfrm>
          <a:off x="415260" y="4069493"/>
          <a:ext cx="1401259" cy="1059153"/>
        </a:xfrm>
        <a:custGeom>
          <a:avLst/>
          <a:gdLst/>
          <a:ahLst/>
          <a:cxnLst/>
          <a:rect l="0" t="0" r="0" b="0"/>
          <a:pathLst>
            <a:path>
              <a:moveTo>
                <a:pt x="1401259" y="0"/>
              </a:moveTo>
              <a:lnTo>
                <a:pt x="1401259" y="1003974"/>
              </a:lnTo>
              <a:lnTo>
                <a:pt x="0" y="1003974"/>
              </a:lnTo>
              <a:lnTo>
                <a:pt x="0" y="1059153"/>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028272-7C9C-4405-955B-4DFABCC85067}">
      <dsp:nvSpPr>
        <dsp:cNvPr id="0" name=""/>
        <dsp:cNvSpPr/>
      </dsp:nvSpPr>
      <dsp:spPr>
        <a:xfrm>
          <a:off x="1816519" y="3134056"/>
          <a:ext cx="3801671" cy="291059"/>
        </a:xfrm>
        <a:custGeom>
          <a:avLst/>
          <a:gdLst/>
          <a:ahLst/>
          <a:cxnLst/>
          <a:rect l="0" t="0" r="0" b="0"/>
          <a:pathLst>
            <a:path>
              <a:moveTo>
                <a:pt x="3801671" y="0"/>
              </a:moveTo>
              <a:lnTo>
                <a:pt x="3801671" y="235880"/>
              </a:lnTo>
              <a:lnTo>
                <a:pt x="0" y="235880"/>
              </a:lnTo>
              <a:lnTo>
                <a:pt x="0" y="29105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C325FF-E931-4E78-8238-2CD8662F476D}">
      <dsp:nvSpPr>
        <dsp:cNvPr id="0" name=""/>
        <dsp:cNvSpPr/>
      </dsp:nvSpPr>
      <dsp:spPr>
        <a:xfrm>
          <a:off x="5206635" y="2489679"/>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In-Store System</a:t>
          </a:r>
        </a:p>
        <a:p>
          <a:pPr marL="0" lvl="0" indent="0" algn="ctr" defTabSz="444500">
            <a:lnSpc>
              <a:spcPct val="90000"/>
            </a:lnSpc>
            <a:spcBef>
              <a:spcPct val="0"/>
            </a:spcBef>
            <a:spcAft>
              <a:spcPct val="35000"/>
            </a:spcAft>
            <a:buNone/>
          </a:pPr>
          <a:r>
            <a:rPr lang="en-US" sz="1000" kern="1200" dirty="0"/>
            <a:t>0</a:t>
          </a:r>
        </a:p>
      </dsp:txBody>
      <dsp:txXfrm>
        <a:off x="5206635" y="2489679"/>
        <a:ext cx="823110" cy="644377"/>
      </dsp:txXfrm>
    </dsp:sp>
    <dsp:sp modelId="{023202DF-60D2-4BD2-8519-5136A8F8C556}">
      <dsp:nvSpPr>
        <dsp:cNvPr id="0" name=""/>
        <dsp:cNvSpPr/>
      </dsp:nvSpPr>
      <dsp:spPr>
        <a:xfrm>
          <a:off x="1404964" y="3425115"/>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Membership</a:t>
          </a:r>
        </a:p>
        <a:p>
          <a:pPr marL="0" lvl="0" indent="0" algn="ctr" defTabSz="444500">
            <a:lnSpc>
              <a:spcPct val="90000"/>
            </a:lnSpc>
            <a:spcBef>
              <a:spcPct val="0"/>
            </a:spcBef>
            <a:spcAft>
              <a:spcPct val="35000"/>
            </a:spcAft>
            <a:buNone/>
          </a:pPr>
          <a:r>
            <a:rPr lang="en-US" sz="1000" kern="1200" dirty="0"/>
            <a:t>1</a:t>
          </a:r>
          <a:endParaRPr lang="en-PK" sz="1000" kern="1200" dirty="0"/>
        </a:p>
      </dsp:txBody>
      <dsp:txXfrm>
        <a:off x="1404964" y="3425115"/>
        <a:ext cx="823110" cy="644377"/>
      </dsp:txXfrm>
    </dsp:sp>
    <dsp:sp modelId="{7B2B0754-1FEA-4C64-B9B5-BB1F6705E09A}">
      <dsp:nvSpPr>
        <dsp:cNvPr id="0" name=""/>
        <dsp:cNvSpPr/>
      </dsp:nvSpPr>
      <dsp:spPr>
        <a:xfrm>
          <a:off x="3705" y="5128646"/>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Enroll</a:t>
          </a:r>
        </a:p>
        <a:p>
          <a:pPr marL="0" lvl="0" indent="0" algn="ctr" defTabSz="444500">
            <a:lnSpc>
              <a:spcPct val="90000"/>
            </a:lnSpc>
            <a:spcBef>
              <a:spcPct val="0"/>
            </a:spcBef>
            <a:spcAft>
              <a:spcPct val="35000"/>
            </a:spcAft>
            <a:buNone/>
          </a:pPr>
          <a:r>
            <a:rPr lang="en-US" sz="1000" kern="1200" dirty="0"/>
            <a:t>1.1</a:t>
          </a:r>
          <a:endParaRPr lang="en-PK" sz="1000" kern="1200" dirty="0"/>
        </a:p>
      </dsp:txBody>
      <dsp:txXfrm>
        <a:off x="3705" y="5128646"/>
        <a:ext cx="823110" cy="644377"/>
      </dsp:txXfrm>
    </dsp:sp>
    <dsp:sp modelId="{0F53FA44-84AB-4530-9D66-15F38814DA2C}">
      <dsp:nvSpPr>
        <dsp:cNvPr id="0" name=""/>
        <dsp:cNvSpPr/>
      </dsp:nvSpPr>
      <dsp:spPr>
        <a:xfrm>
          <a:off x="933679" y="5128646"/>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Issue New Card</a:t>
          </a:r>
        </a:p>
        <a:p>
          <a:pPr marL="0" lvl="0" indent="0" algn="ctr" defTabSz="444500">
            <a:lnSpc>
              <a:spcPct val="90000"/>
            </a:lnSpc>
            <a:spcBef>
              <a:spcPct val="0"/>
            </a:spcBef>
            <a:spcAft>
              <a:spcPct val="35000"/>
            </a:spcAft>
            <a:buNone/>
          </a:pPr>
          <a:r>
            <a:rPr lang="en-US" sz="1000" kern="1200" dirty="0"/>
            <a:t>1.2</a:t>
          </a:r>
          <a:endParaRPr lang="en-PK" sz="1000" kern="1200" dirty="0"/>
        </a:p>
      </dsp:txBody>
      <dsp:txXfrm>
        <a:off x="933679" y="5128646"/>
        <a:ext cx="823110" cy="644377"/>
      </dsp:txXfrm>
    </dsp:sp>
    <dsp:sp modelId="{811F3665-BF49-4A63-A826-FB29EBDBC81F}">
      <dsp:nvSpPr>
        <dsp:cNvPr id="0" name=""/>
        <dsp:cNvSpPr/>
      </dsp:nvSpPr>
      <dsp:spPr>
        <a:xfrm>
          <a:off x="1871698" y="5128646"/>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Reinstate</a:t>
          </a:r>
        </a:p>
        <a:p>
          <a:pPr marL="0" lvl="0" indent="0" algn="ctr" defTabSz="444500">
            <a:lnSpc>
              <a:spcPct val="90000"/>
            </a:lnSpc>
            <a:spcBef>
              <a:spcPct val="0"/>
            </a:spcBef>
            <a:spcAft>
              <a:spcPct val="35000"/>
            </a:spcAft>
            <a:buNone/>
          </a:pPr>
          <a:r>
            <a:rPr lang="en-US" sz="1000" kern="1200" dirty="0"/>
            <a:t>1.3</a:t>
          </a:r>
          <a:endParaRPr lang="en-PK" sz="1000" kern="1200" dirty="0"/>
        </a:p>
      </dsp:txBody>
      <dsp:txXfrm>
        <a:off x="1871698" y="5128646"/>
        <a:ext cx="823110" cy="644377"/>
      </dsp:txXfrm>
    </dsp:sp>
    <dsp:sp modelId="{498DC336-5231-4F6D-AE2D-1FB8EE87DA17}">
      <dsp:nvSpPr>
        <dsp:cNvPr id="0" name=""/>
        <dsp:cNvSpPr/>
      </dsp:nvSpPr>
      <dsp:spPr>
        <a:xfrm>
          <a:off x="2805167" y="5128646"/>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Transient</a:t>
          </a:r>
        </a:p>
        <a:p>
          <a:pPr marL="0" lvl="0" indent="0" algn="ctr" defTabSz="444500">
            <a:lnSpc>
              <a:spcPct val="90000"/>
            </a:lnSpc>
            <a:spcBef>
              <a:spcPct val="0"/>
            </a:spcBef>
            <a:spcAft>
              <a:spcPct val="35000"/>
            </a:spcAft>
            <a:buNone/>
          </a:pPr>
          <a:r>
            <a:rPr lang="en-US" sz="1000" kern="1200" dirty="0"/>
            <a:t>1.4</a:t>
          </a:r>
          <a:endParaRPr lang="en-PK" sz="1000" kern="1200" dirty="0"/>
        </a:p>
      </dsp:txBody>
      <dsp:txXfrm>
        <a:off x="2805167" y="5128646"/>
        <a:ext cx="823110" cy="644377"/>
      </dsp:txXfrm>
    </dsp:sp>
    <dsp:sp modelId="{BA80B6FE-F81D-4BD6-93D1-7EE9AF534738}">
      <dsp:nvSpPr>
        <dsp:cNvPr id="0" name=""/>
        <dsp:cNvSpPr/>
      </dsp:nvSpPr>
      <dsp:spPr>
        <a:xfrm>
          <a:off x="3332286" y="3425115"/>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Rental</a:t>
          </a:r>
        </a:p>
        <a:p>
          <a:pPr marL="0" lvl="0" indent="0" algn="ctr" defTabSz="444500">
            <a:lnSpc>
              <a:spcPct val="90000"/>
            </a:lnSpc>
            <a:spcBef>
              <a:spcPct val="0"/>
            </a:spcBef>
            <a:spcAft>
              <a:spcPct val="35000"/>
            </a:spcAft>
            <a:buNone/>
          </a:pPr>
          <a:r>
            <a:rPr lang="en-US" sz="1000" kern="1200" dirty="0"/>
            <a:t>2</a:t>
          </a:r>
          <a:endParaRPr lang="en-PK" sz="1000" kern="1200" dirty="0"/>
        </a:p>
      </dsp:txBody>
      <dsp:txXfrm>
        <a:off x="3332286" y="3425115"/>
        <a:ext cx="823110" cy="644377"/>
      </dsp:txXfrm>
    </dsp:sp>
    <dsp:sp modelId="{BA59F911-801C-4F3F-B4CA-AEE44FD104F6}">
      <dsp:nvSpPr>
        <dsp:cNvPr id="0" name=""/>
        <dsp:cNvSpPr/>
      </dsp:nvSpPr>
      <dsp:spPr>
        <a:xfrm>
          <a:off x="2482132" y="4179851"/>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Rent</a:t>
          </a:r>
        </a:p>
        <a:p>
          <a:pPr marL="0" lvl="0" indent="0" algn="ctr" defTabSz="444500">
            <a:lnSpc>
              <a:spcPct val="90000"/>
            </a:lnSpc>
            <a:spcBef>
              <a:spcPct val="0"/>
            </a:spcBef>
            <a:spcAft>
              <a:spcPct val="35000"/>
            </a:spcAft>
            <a:buNone/>
          </a:pPr>
          <a:r>
            <a:rPr lang="en-US" sz="1000" kern="1200" dirty="0"/>
            <a:t>2.1</a:t>
          </a:r>
          <a:endParaRPr lang="en-PK" sz="1000" kern="1200" dirty="0"/>
        </a:p>
      </dsp:txBody>
      <dsp:txXfrm>
        <a:off x="2482132" y="4179851"/>
        <a:ext cx="823110" cy="644377"/>
      </dsp:txXfrm>
    </dsp:sp>
    <dsp:sp modelId="{B6B86D94-2EDA-4CCD-AA74-BAEC7C885B21}">
      <dsp:nvSpPr>
        <dsp:cNvPr id="0" name=""/>
        <dsp:cNvSpPr/>
      </dsp:nvSpPr>
      <dsp:spPr>
        <a:xfrm>
          <a:off x="3415601" y="4179851"/>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Return</a:t>
          </a:r>
        </a:p>
        <a:p>
          <a:pPr marL="0" lvl="0" indent="0" algn="ctr" defTabSz="444500">
            <a:lnSpc>
              <a:spcPct val="90000"/>
            </a:lnSpc>
            <a:spcBef>
              <a:spcPct val="0"/>
            </a:spcBef>
            <a:spcAft>
              <a:spcPct val="35000"/>
            </a:spcAft>
            <a:buNone/>
          </a:pPr>
          <a:r>
            <a:rPr lang="en-US" sz="1000" kern="1200" dirty="0"/>
            <a:t>2.2</a:t>
          </a:r>
          <a:endParaRPr lang="en-PK" sz="1000" kern="1200" dirty="0"/>
        </a:p>
      </dsp:txBody>
      <dsp:txXfrm>
        <a:off x="3415601" y="4179851"/>
        <a:ext cx="823110" cy="644377"/>
      </dsp:txXfrm>
    </dsp:sp>
    <dsp:sp modelId="{36680D4D-E9C2-4E7D-B4C2-E5E4EDAE3E31}">
      <dsp:nvSpPr>
        <dsp:cNvPr id="0" name=""/>
        <dsp:cNvSpPr/>
      </dsp:nvSpPr>
      <dsp:spPr>
        <a:xfrm>
          <a:off x="4349070" y="4179851"/>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Reports</a:t>
          </a:r>
        </a:p>
        <a:p>
          <a:pPr marL="0" lvl="0" indent="0" algn="ctr" defTabSz="444500">
            <a:lnSpc>
              <a:spcPct val="90000"/>
            </a:lnSpc>
            <a:spcBef>
              <a:spcPct val="0"/>
            </a:spcBef>
            <a:spcAft>
              <a:spcPct val="35000"/>
            </a:spcAft>
            <a:buNone/>
          </a:pPr>
          <a:r>
            <a:rPr lang="en-US" sz="1000" kern="1200" dirty="0"/>
            <a:t>2.3</a:t>
          </a:r>
          <a:endParaRPr lang="en-PK" sz="1000" kern="1200" dirty="0"/>
        </a:p>
      </dsp:txBody>
      <dsp:txXfrm>
        <a:off x="4349070" y="4179851"/>
        <a:ext cx="823110" cy="644377"/>
      </dsp:txXfrm>
    </dsp:sp>
    <dsp:sp modelId="{342EB863-588E-4E12-8512-049A1D5E23C2}">
      <dsp:nvSpPr>
        <dsp:cNvPr id="0" name=""/>
        <dsp:cNvSpPr/>
      </dsp:nvSpPr>
      <dsp:spPr>
        <a:xfrm>
          <a:off x="5211281" y="3433411"/>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Sales</a:t>
          </a:r>
        </a:p>
        <a:p>
          <a:pPr marL="0" lvl="0" indent="0" algn="ctr" defTabSz="444500">
            <a:lnSpc>
              <a:spcPct val="90000"/>
            </a:lnSpc>
            <a:spcBef>
              <a:spcPct val="0"/>
            </a:spcBef>
            <a:spcAft>
              <a:spcPct val="35000"/>
            </a:spcAft>
            <a:buNone/>
          </a:pPr>
          <a:r>
            <a:rPr lang="en-US" sz="1000" kern="1200" dirty="0"/>
            <a:t>3</a:t>
          </a:r>
          <a:endParaRPr lang="en-PK" sz="1000" kern="1200" dirty="0"/>
        </a:p>
      </dsp:txBody>
      <dsp:txXfrm>
        <a:off x="5211281" y="3433411"/>
        <a:ext cx="823110" cy="644377"/>
      </dsp:txXfrm>
    </dsp:sp>
    <dsp:sp modelId="{E4C43200-78FE-4E73-8EF1-1A5A6B5FECA3}">
      <dsp:nvSpPr>
        <dsp:cNvPr id="0" name=""/>
        <dsp:cNvSpPr/>
      </dsp:nvSpPr>
      <dsp:spPr>
        <a:xfrm>
          <a:off x="4711118" y="5020269"/>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Process Sales</a:t>
          </a:r>
        </a:p>
        <a:p>
          <a:pPr marL="0" lvl="0" indent="0" algn="ctr" defTabSz="444500">
            <a:lnSpc>
              <a:spcPct val="90000"/>
            </a:lnSpc>
            <a:spcBef>
              <a:spcPct val="0"/>
            </a:spcBef>
            <a:spcAft>
              <a:spcPct val="35000"/>
            </a:spcAft>
            <a:buNone/>
          </a:pPr>
          <a:r>
            <a:rPr lang="en-US" sz="1000" kern="1200" dirty="0"/>
            <a:t>3.1</a:t>
          </a:r>
          <a:endParaRPr lang="en-PK" sz="1000" kern="1200" dirty="0"/>
        </a:p>
      </dsp:txBody>
      <dsp:txXfrm>
        <a:off x="4711118" y="5020269"/>
        <a:ext cx="823110" cy="644377"/>
      </dsp:txXfrm>
    </dsp:sp>
    <dsp:sp modelId="{43387251-1577-4DEC-8DA7-4EE0958EE896}">
      <dsp:nvSpPr>
        <dsp:cNvPr id="0" name=""/>
        <dsp:cNvSpPr/>
      </dsp:nvSpPr>
      <dsp:spPr>
        <a:xfrm>
          <a:off x="5644587" y="5020269"/>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Process Returns</a:t>
          </a:r>
        </a:p>
        <a:p>
          <a:pPr marL="0" lvl="0" indent="0" algn="ctr" defTabSz="444500">
            <a:lnSpc>
              <a:spcPct val="90000"/>
            </a:lnSpc>
            <a:spcBef>
              <a:spcPct val="0"/>
            </a:spcBef>
            <a:spcAft>
              <a:spcPct val="35000"/>
            </a:spcAft>
            <a:buNone/>
          </a:pPr>
          <a:r>
            <a:rPr lang="en-US" sz="1000" kern="1200" dirty="0"/>
            <a:t>3.2</a:t>
          </a:r>
          <a:endParaRPr lang="en-PK" sz="1000" kern="1200" dirty="0"/>
        </a:p>
      </dsp:txBody>
      <dsp:txXfrm>
        <a:off x="5644587" y="5020269"/>
        <a:ext cx="823110" cy="644377"/>
      </dsp:txXfrm>
    </dsp:sp>
    <dsp:sp modelId="{56089184-5D6E-48F0-9695-F2E066F4444C}">
      <dsp:nvSpPr>
        <dsp:cNvPr id="0" name=""/>
        <dsp:cNvSpPr/>
      </dsp:nvSpPr>
      <dsp:spPr>
        <a:xfrm>
          <a:off x="7486833" y="3425115"/>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Inventory</a:t>
          </a:r>
        </a:p>
        <a:p>
          <a:pPr marL="0" lvl="0" indent="0" algn="ctr" defTabSz="444500">
            <a:lnSpc>
              <a:spcPct val="90000"/>
            </a:lnSpc>
            <a:spcBef>
              <a:spcPct val="0"/>
            </a:spcBef>
            <a:spcAft>
              <a:spcPct val="35000"/>
            </a:spcAft>
            <a:buNone/>
          </a:pPr>
          <a:r>
            <a:rPr lang="en-US" sz="1000" kern="1200" dirty="0"/>
            <a:t>4</a:t>
          </a:r>
          <a:endParaRPr lang="en-PK" sz="1000" kern="1200" dirty="0"/>
        </a:p>
      </dsp:txBody>
      <dsp:txXfrm>
        <a:off x="7486833" y="3425115"/>
        <a:ext cx="823110" cy="644377"/>
      </dsp:txXfrm>
    </dsp:sp>
    <dsp:sp modelId="{9DE3965B-1D7E-439D-A2D0-6A2BEFC0579A}">
      <dsp:nvSpPr>
        <dsp:cNvPr id="0" name=""/>
        <dsp:cNvSpPr/>
      </dsp:nvSpPr>
      <dsp:spPr>
        <a:xfrm>
          <a:off x="6086630" y="4179851"/>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Order</a:t>
          </a:r>
        </a:p>
        <a:p>
          <a:pPr marL="0" lvl="0" indent="0" algn="ctr" defTabSz="444500">
            <a:lnSpc>
              <a:spcPct val="90000"/>
            </a:lnSpc>
            <a:spcBef>
              <a:spcPct val="0"/>
            </a:spcBef>
            <a:spcAft>
              <a:spcPct val="35000"/>
            </a:spcAft>
            <a:buNone/>
          </a:pPr>
          <a:r>
            <a:rPr lang="en-US" sz="1000" kern="1200" dirty="0"/>
            <a:t>4.1</a:t>
          </a:r>
          <a:endParaRPr lang="en-PK" sz="1000" kern="1200" dirty="0"/>
        </a:p>
      </dsp:txBody>
      <dsp:txXfrm>
        <a:off x="6086630" y="4179851"/>
        <a:ext cx="823110" cy="644377"/>
      </dsp:txXfrm>
    </dsp:sp>
    <dsp:sp modelId="{03E0490D-017C-4F35-AE27-1E21B7E66EAD}">
      <dsp:nvSpPr>
        <dsp:cNvPr id="0" name=""/>
        <dsp:cNvSpPr/>
      </dsp:nvSpPr>
      <dsp:spPr>
        <a:xfrm>
          <a:off x="7020099" y="4179851"/>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Receipt</a:t>
          </a:r>
        </a:p>
        <a:p>
          <a:pPr marL="0" lvl="0" indent="0" algn="ctr" defTabSz="444500">
            <a:lnSpc>
              <a:spcPct val="90000"/>
            </a:lnSpc>
            <a:spcBef>
              <a:spcPct val="0"/>
            </a:spcBef>
            <a:spcAft>
              <a:spcPct val="35000"/>
            </a:spcAft>
            <a:buNone/>
          </a:pPr>
          <a:r>
            <a:rPr lang="en-US" sz="1000" kern="1200" dirty="0"/>
            <a:t>4.2</a:t>
          </a:r>
          <a:endParaRPr lang="en-PK" sz="1000" kern="1200" dirty="0"/>
        </a:p>
      </dsp:txBody>
      <dsp:txXfrm>
        <a:off x="7020099" y="4179851"/>
        <a:ext cx="823110" cy="644377"/>
      </dsp:txXfrm>
    </dsp:sp>
    <dsp:sp modelId="{CA41736F-FABE-4ABD-BF23-235B80A8399B}">
      <dsp:nvSpPr>
        <dsp:cNvPr id="0" name=""/>
        <dsp:cNvSpPr/>
      </dsp:nvSpPr>
      <dsp:spPr>
        <a:xfrm>
          <a:off x="7953567" y="4179851"/>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Reject</a:t>
          </a:r>
        </a:p>
        <a:p>
          <a:pPr marL="0" lvl="0" indent="0" algn="ctr" defTabSz="444500">
            <a:lnSpc>
              <a:spcPct val="90000"/>
            </a:lnSpc>
            <a:spcBef>
              <a:spcPct val="0"/>
            </a:spcBef>
            <a:spcAft>
              <a:spcPct val="35000"/>
            </a:spcAft>
            <a:buNone/>
          </a:pPr>
          <a:r>
            <a:rPr lang="en-US" sz="1000" kern="1200" dirty="0"/>
            <a:t>4.3</a:t>
          </a:r>
          <a:endParaRPr lang="en-PK" sz="1000" kern="1200" dirty="0"/>
        </a:p>
      </dsp:txBody>
      <dsp:txXfrm>
        <a:off x="7953567" y="4179851"/>
        <a:ext cx="823110" cy="644377"/>
      </dsp:txXfrm>
    </dsp:sp>
    <dsp:sp modelId="{8F8824A3-6B55-4EA8-91C1-C9F793CB0668}">
      <dsp:nvSpPr>
        <dsp:cNvPr id="0" name=""/>
        <dsp:cNvSpPr/>
      </dsp:nvSpPr>
      <dsp:spPr>
        <a:xfrm>
          <a:off x="8869541" y="4179851"/>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Transfer</a:t>
          </a:r>
        </a:p>
        <a:p>
          <a:pPr marL="0" lvl="0" indent="0" algn="ctr" defTabSz="444500">
            <a:lnSpc>
              <a:spcPct val="90000"/>
            </a:lnSpc>
            <a:spcBef>
              <a:spcPct val="0"/>
            </a:spcBef>
            <a:spcAft>
              <a:spcPct val="35000"/>
            </a:spcAft>
            <a:buNone/>
          </a:pPr>
          <a:r>
            <a:rPr lang="en-US" sz="1000" kern="1200" dirty="0"/>
            <a:t>4.4</a:t>
          </a:r>
          <a:endParaRPr lang="en-PK" sz="1000" kern="1200" dirty="0"/>
        </a:p>
      </dsp:txBody>
      <dsp:txXfrm>
        <a:off x="8869541" y="4179851"/>
        <a:ext cx="823110" cy="644377"/>
      </dsp:txXfrm>
    </dsp:sp>
    <dsp:sp modelId="{7FE4E5FE-D7BF-49CF-9F17-89A42F32142E}">
      <dsp:nvSpPr>
        <dsp:cNvPr id="0" name=""/>
        <dsp:cNvSpPr/>
      </dsp:nvSpPr>
      <dsp:spPr>
        <a:xfrm>
          <a:off x="10041944" y="3425115"/>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Employee</a:t>
          </a:r>
        </a:p>
        <a:p>
          <a:pPr marL="0" lvl="0" indent="0" algn="ctr" defTabSz="444500">
            <a:lnSpc>
              <a:spcPct val="90000"/>
            </a:lnSpc>
            <a:spcBef>
              <a:spcPct val="0"/>
            </a:spcBef>
            <a:spcAft>
              <a:spcPct val="35000"/>
            </a:spcAft>
            <a:buNone/>
          </a:pPr>
          <a:r>
            <a:rPr lang="en-US" sz="1000" kern="1200" dirty="0"/>
            <a:t>5</a:t>
          </a:r>
          <a:endParaRPr lang="en-PK" sz="1000" kern="1200" dirty="0"/>
        </a:p>
      </dsp:txBody>
      <dsp:txXfrm>
        <a:off x="10041944" y="3425115"/>
        <a:ext cx="823110" cy="644377"/>
      </dsp:txXfrm>
    </dsp:sp>
    <dsp:sp modelId="{3C20EF43-B98F-4757-BD71-2A8395C5ED6B}">
      <dsp:nvSpPr>
        <dsp:cNvPr id="0" name=""/>
        <dsp:cNvSpPr/>
      </dsp:nvSpPr>
      <dsp:spPr>
        <a:xfrm>
          <a:off x="9575209" y="5013064"/>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Time Reporting</a:t>
          </a:r>
        </a:p>
        <a:p>
          <a:pPr marL="0" lvl="0" indent="0" algn="ctr" defTabSz="444500">
            <a:lnSpc>
              <a:spcPct val="90000"/>
            </a:lnSpc>
            <a:spcBef>
              <a:spcPct val="0"/>
            </a:spcBef>
            <a:spcAft>
              <a:spcPct val="35000"/>
            </a:spcAft>
            <a:buNone/>
          </a:pPr>
          <a:r>
            <a:rPr lang="en-US" sz="1000" kern="1200" dirty="0"/>
            <a:t>5.1</a:t>
          </a:r>
          <a:endParaRPr lang="en-PK" sz="1000" kern="1200" dirty="0"/>
        </a:p>
      </dsp:txBody>
      <dsp:txXfrm>
        <a:off x="9575209" y="5013064"/>
        <a:ext cx="823110" cy="644377"/>
      </dsp:txXfrm>
    </dsp:sp>
    <dsp:sp modelId="{CC8BFD00-5D9A-4EB3-98D2-30419C85A94F}">
      <dsp:nvSpPr>
        <dsp:cNvPr id="0" name=""/>
        <dsp:cNvSpPr/>
      </dsp:nvSpPr>
      <dsp:spPr>
        <a:xfrm>
          <a:off x="10508678" y="5013064"/>
          <a:ext cx="823110" cy="6443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Add / Delete</a:t>
          </a:r>
        </a:p>
        <a:p>
          <a:pPr marL="0" lvl="0" indent="0" algn="ctr" defTabSz="444500">
            <a:lnSpc>
              <a:spcPct val="90000"/>
            </a:lnSpc>
            <a:spcBef>
              <a:spcPct val="0"/>
            </a:spcBef>
            <a:spcAft>
              <a:spcPct val="35000"/>
            </a:spcAft>
            <a:buNone/>
          </a:pPr>
          <a:r>
            <a:rPr lang="en-US" sz="1000" kern="1200" dirty="0"/>
            <a:t>5.2</a:t>
          </a:r>
          <a:endParaRPr lang="en-PK" sz="1000" kern="1200" dirty="0"/>
        </a:p>
      </dsp:txBody>
      <dsp:txXfrm>
        <a:off x="10508678" y="5013064"/>
        <a:ext cx="823110" cy="64437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DE05C8-19FA-46BF-AA86-0E6F940F6698}" type="datetimeFigureOut">
              <a:rPr lang="en-GB" smtClean="0"/>
              <a:t>22/04/2024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F21D77-1954-4CF4-B53D-ECAFABAC23A2}" type="slidenum">
              <a:rPr lang="en-GB" smtClean="0"/>
              <a:t>‹#›</a:t>
            </a:fld>
            <a:endParaRPr lang="en-GB"/>
          </a:p>
        </p:txBody>
      </p:sp>
    </p:spTree>
    <p:extLst>
      <p:ext uri="{BB962C8B-B14F-4D97-AF65-F5344CB8AC3E}">
        <p14:creationId xmlns:p14="http://schemas.microsoft.com/office/powerpoint/2010/main" val="1421275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1"/>
          <p:cNvSpPr>
            <a:spLocks noGrp="1" noRot="1" noChangeAspect="1" noChangeArrowheads="1" noTextEdit="1"/>
          </p:cNvSpPr>
          <p:nvPr>
            <p:ph type="sldImg"/>
          </p:nvPr>
        </p:nvSpPr>
        <p:spPr>
          <a:ln/>
        </p:spPr>
      </p:sp>
      <p:sp>
        <p:nvSpPr>
          <p:cNvPr id="103427"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2835997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1"/>
          <p:cNvSpPr>
            <a:spLocks noGrp="1" noRot="1" noChangeAspect="1" noChangeArrowheads="1" noTextEdit="1"/>
          </p:cNvSpPr>
          <p:nvPr>
            <p:ph type="sldImg"/>
          </p:nvPr>
        </p:nvSpPr>
        <p:spPr>
          <a:ln/>
        </p:spPr>
      </p:sp>
      <p:sp>
        <p:nvSpPr>
          <p:cNvPr id="104451"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3679111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1"/>
          <p:cNvSpPr>
            <a:spLocks noGrp="1" noRot="1" noChangeAspect="1" noChangeArrowheads="1" noTextEdit="1"/>
          </p:cNvSpPr>
          <p:nvPr>
            <p:ph type="sldImg"/>
          </p:nvPr>
        </p:nvSpPr>
        <p:spPr>
          <a:ln/>
        </p:spPr>
      </p:sp>
      <p:sp>
        <p:nvSpPr>
          <p:cNvPr id="105475"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2147917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1"/>
          <p:cNvSpPr>
            <a:spLocks noGrp="1" noRot="1" noChangeAspect="1" noChangeArrowheads="1" noTextEdit="1"/>
          </p:cNvSpPr>
          <p:nvPr>
            <p:ph type="sldImg"/>
          </p:nvPr>
        </p:nvSpPr>
        <p:spPr>
          <a:ln/>
        </p:spPr>
      </p:sp>
      <p:sp>
        <p:nvSpPr>
          <p:cNvPr id="105475"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420778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1"/>
          <p:cNvSpPr>
            <a:spLocks noGrp="1" noRot="1" noChangeAspect="1" noChangeArrowheads="1" noTextEdit="1"/>
          </p:cNvSpPr>
          <p:nvPr>
            <p:ph type="sldImg"/>
          </p:nvPr>
        </p:nvSpPr>
        <p:spPr>
          <a:ln/>
        </p:spPr>
      </p:sp>
      <p:sp>
        <p:nvSpPr>
          <p:cNvPr id="106499"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1577448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1"/>
          <p:cNvSpPr>
            <a:spLocks noGrp="1" noRot="1" noChangeAspect="1" noChangeArrowheads="1" noTextEdit="1"/>
          </p:cNvSpPr>
          <p:nvPr>
            <p:ph type="sldImg"/>
          </p:nvPr>
        </p:nvSpPr>
        <p:spPr>
          <a:ln/>
        </p:spPr>
      </p:sp>
      <p:sp>
        <p:nvSpPr>
          <p:cNvPr id="87043"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1742973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1"/>
          <p:cNvSpPr>
            <a:spLocks noGrp="1" noRot="1" noChangeAspect="1" noChangeArrowheads="1" noTextEdit="1"/>
          </p:cNvSpPr>
          <p:nvPr>
            <p:ph type="sldImg"/>
          </p:nvPr>
        </p:nvSpPr>
        <p:spPr>
          <a:ln/>
        </p:spPr>
      </p:sp>
      <p:sp>
        <p:nvSpPr>
          <p:cNvPr id="88067"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2310475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1"/>
          <p:cNvSpPr>
            <a:spLocks noGrp="1" noRot="1" noChangeAspect="1" noChangeArrowheads="1" noTextEdit="1"/>
          </p:cNvSpPr>
          <p:nvPr>
            <p:ph type="sldImg"/>
          </p:nvPr>
        </p:nvSpPr>
        <p:spPr>
          <a:ln/>
        </p:spPr>
      </p:sp>
      <p:sp>
        <p:nvSpPr>
          <p:cNvPr id="89091"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4122870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1"/>
          <p:cNvSpPr>
            <a:spLocks noGrp="1" noRot="1" noChangeAspect="1" noChangeArrowheads="1" noTextEdit="1"/>
          </p:cNvSpPr>
          <p:nvPr>
            <p:ph type="sldImg"/>
          </p:nvPr>
        </p:nvSpPr>
        <p:spPr>
          <a:ln/>
        </p:spPr>
      </p:sp>
      <p:sp>
        <p:nvSpPr>
          <p:cNvPr id="90115"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2101828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a:ln/>
        </p:spPr>
      </p:sp>
      <p:sp>
        <p:nvSpPr>
          <p:cNvPr id="80899"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1648711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1"/>
          <p:cNvSpPr>
            <a:spLocks noGrp="1" noRot="1" noChangeAspect="1" noChangeArrowheads="1" noTextEdit="1"/>
          </p:cNvSpPr>
          <p:nvPr>
            <p:ph type="sldImg"/>
          </p:nvPr>
        </p:nvSpPr>
        <p:spPr>
          <a:ln/>
        </p:spPr>
      </p:sp>
      <p:sp>
        <p:nvSpPr>
          <p:cNvPr id="81923"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3360738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1"/>
          <p:cNvSpPr>
            <a:spLocks noGrp="1" noRot="1" noChangeAspect="1" noChangeArrowheads="1" noTextEdit="1"/>
          </p:cNvSpPr>
          <p:nvPr>
            <p:ph type="sldImg"/>
          </p:nvPr>
        </p:nvSpPr>
        <p:spPr>
          <a:ln/>
        </p:spPr>
      </p:sp>
      <p:sp>
        <p:nvSpPr>
          <p:cNvPr id="81923"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2682229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1"/>
          <p:cNvSpPr>
            <a:spLocks noGrp="1" noRot="1" noChangeAspect="1" noChangeArrowheads="1" noTextEdit="1"/>
          </p:cNvSpPr>
          <p:nvPr>
            <p:ph type="sldImg"/>
          </p:nvPr>
        </p:nvSpPr>
        <p:spPr>
          <a:ln/>
        </p:spPr>
      </p:sp>
      <p:sp>
        <p:nvSpPr>
          <p:cNvPr id="82947"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1333584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0EB86A5-6253-430B-9DC8-55A4BB0CFD38}"/>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E44780C-5515-422C-BBFC-052CD6ACF8F2}" type="slidenum">
              <a:rPr lang="en-US" altLang="en-PK">
                <a:latin typeface="Times New Roman" panose="02020603050405020304" pitchFamily="18" charset="0"/>
              </a:rPr>
              <a:pPr/>
              <a:t>16</a:t>
            </a:fld>
            <a:endParaRPr lang="en-US" altLang="en-PK">
              <a:latin typeface="Times New Roman" panose="02020603050405020304" pitchFamily="18" charset="0"/>
            </a:endParaRPr>
          </a:p>
        </p:txBody>
      </p:sp>
      <p:sp>
        <p:nvSpPr>
          <p:cNvPr id="8195" name="Rectangle 2">
            <a:extLst>
              <a:ext uri="{FF2B5EF4-FFF2-40B4-BE49-F238E27FC236}">
                <a16:creationId xmlns:a16="http://schemas.microsoft.com/office/drawing/2014/main" id="{52958723-C01B-47B5-B846-4985BEFCB4A0}"/>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5C03BAE-1A2E-45BE-AEA5-FCF4D798315F}"/>
              </a:ext>
            </a:extLst>
          </p:cNvPr>
          <p:cNvSpPr>
            <a:spLocks noGrp="1" noChangeArrowheads="1"/>
          </p:cNvSpPr>
          <p:nvPr>
            <p:ph type="body" idx="1"/>
          </p:nvPr>
        </p:nvSpPr>
        <p:spPr>
          <a:noFill/>
        </p:spPr>
        <p:txBody>
          <a:bodyPr/>
          <a:lstStyle/>
          <a:p>
            <a:pPr eaLnBrk="1" hangingPunct="1"/>
            <a:endParaRPr lang="en-PK" altLang="en-PK"/>
          </a:p>
        </p:txBody>
      </p:sp>
    </p:spTree>
    <p:extLst>
      <p:ext uri="{BB962C8B-B14F-4D97-AF65-F5344CB8AC3E}">
        <p14:creationId xmlns:p14="http://schemas.microsoft.com/office/powerpoint/2010/main" val="2667547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A997F9C-D89A-4C5B-85B9-414E58FD0B63}"/>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ED82A33-4B83-4F70-8B24-C9288D8212C9}" type="slidenum">
              <a:rPr lang="en-US" altLang="en-PK">
                <a:latin typeface="Times New Roman" panose="02020603050405020304" pitchFamily="18" charset="0"/>
              </a:rPr>
              <a:pPr/>
              <a:t>17</a:t>
            </a:fld>
            <a:endParaRPr lang="en-US" altLang="en-PK">
              <a:latin typeface="Times New Roman" panose="02020603050405020304" pitchFamily="18" charset="0"/>
            </a:endParaRPr>
          </a:p>
        </p:txBody>
      </p:sp>
      <p:sp>
        <p:nvSpPr>
          <p:cNvPr id="10243" name="Rectangle 2">
            <a:extLst>
              <a:ext uri="{FF2B5EF4-FFF2-40B4-BE49-F238E27FC236}">
                <a16:creationId xmlns:a16="http://schemas.microsoft.com/office/drawing/2014/main" id="{0E7A1494-97D1-4E05-9226-5F057240FCDD}"/>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31EDBD9C-3962-47F6-8CD2-71A25B1ED319}"/>
              </a:ext>
            </a:extLst>
          </p:cNvPr>
          <p:cNvSpPr>
            <a:spLocks noGrp="1" noChangeArrowheads="1"/>
          </p:cNvSpPr>
          <p:nvPr>
            <p:ph type="body" idx="1"/>
          </p:nvPr>
        </p:nvSpPr>
        <p:spPr>
          <a:noFill/>
        </p:spPr>
        <p:txBody>
          <a:bodyPr/>
          <a:lstStyle/>
          <a:p>
            <a:pPr eaLnBrk="1" hangingPunct="1"/>
            <a:endParaRPr lang="en-PK" altLang="en-PK"/>
          </a:p>
        </p:txBody>
      </p:sp>
    </p:spTree>
    <p:extLst>
      <p:ext uri="{BB962C8B-B14F-4D97-AF65-F5344CB8AC3E}">
        <p14:creationId xmlns:p14="http://schemas.microsoft.com/office/powerpoint/2010/main" val="226065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2A6A5292-6D9C-408E-9D26-338E7989199F}"/>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0F05538-A923-4386-AD4E-EAD074A6BF41}" type="slidenum">
              <a:rPr lang="en-US" altLang="en-PK">
                <a:latin typeface="Times New Roman" panose="02020603050405020304" pitchFamily="18" charset="0"/>
              </a:rPr>
              <a:pPr/>
              <a:t>18</a:t>
            </a:fld>
            <a:endParaRPr lang="en-US" altLang="en-PK">
              <a:latin typeface="Times New Roman" panose="02020603050405020304" pitchFamily="18" charset="0"/>
            </a:endParaRPr>
          </a:p>
        </p:txBody>
      </p:sp>
      <p:sp>
        <p:nvSpPr>
          <p:cNvPr id="12291" name="Rectangle 2">
            <a:extLst>
              <a:ext uri="{FF2B5EF4-FFF2-40B4-BE49-F238E27FC236}">
                <a16:creationId xmlns:a16="http://schemas.microsoft.com/office/drawing/2014/main" id="{03042ABC-EF3D-4E87-A6FA-3E818A271BD4}"/>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5D5C2C07-2DE5-48A4-A0AE-F629D41C5A36}"/>
              </a:ext>
            </a:extLst>
          </p:cNvPr>
          <p:cNvSpPr>
            <a:spLocks noGrp="1" noChangeArrowheads="1"/>
          </p:cNvSpPr>
          <p:nvPr>
            <p:ph type="body" idx="1"/>
          </p:nvPr>
        </p:nvSpPr>
        <p:spPr>
          <a:noFill/>
        </p:spPr>
        <p:txBody>
          <a:bodyPr/>
          <a:lstStyle/>
          <a:p>
            <a:pPr eaLnBrk="1" hangingPunct="1"/>
            <a:endParaRPr lang="en-PK" altLang="en-PK"/>
          </a:p>
        </p:txBody>
      </p:sp>
    </p:spTree>
    <p:extLst>
      <p:ext uri="{BB962C8B-B14F-4D97-AF65-F5344CB8AC3E}">
        <p14:creationId xmlns:p14="http://schemas.microsoft.com/office/powerpoint/2010/main" val="7460169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20114C20-8E4A-4AA5-8AFC-FD5F56ACA794}"/>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65DCA5A-D13B-419B-B6C0-CC47C85E5EDB}" type="slidenum">
              <a:rPr lang="en-US" altLang="en-PK">
                <a:latin typeface="Times New Roman" panose="02020603050405020304" pitchFamily="18" charset="0"/>
              </a:rPr>
              <a:pPr/>
              <a:t>20</a:t>
            </a:fld>
            <a:endParaRPr lang="en-US" altLang="en-PK">
              <a:latin typeface="Times New Roman" panose="02020603050405020304" pitchFamily="18" charset="0"/>
            </a:endParaRPr>
          </a:p>
        </p:txBody>
      </p:sp>
      <p:sp>
        <p:nvSpPr>
          <p:cNvPr id="15363" name="Rectangle 2">
            <a:extLst>
              <a:ext uri="{FF2B5EF4-FFF2-40B4-BE49-F238E27FC236}">
                <a16:creationId xmlns:a16="http://schemas.microsoft.com/office/drawing/2014/main" id="{8C41B7BD-699C-434F-9222-43BCE6D0DC77}"/>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3F3BA69A-3E75-4971-B136-A0749950EE75}"/>
              </a:ext>
            </a:extLst>
          </p:cNvPr>
          <p:cNvSpPr>
            <a:spLocks noGrp="1" noChangeArrowheads="1"/>
          </p:cNvSpPr>
          <p:nvPr>
            <p:ph type="body" idx="1"/>
          </p:nvPr>
        </p:nvSpPr>
        <p:spPr>
          <a:noFill/>
        </p:spPr>
        <p:txBody>
          <a:bodyPr/>
          <a:lstStyle/>
          <a:p>
            <a:pPr eaLnBrk="1" hangingPunct="1"/>
            <a:endParaRPr lang="en-PK" altLang="en-PK"/>
          </a:p>
        </p:txBody>
      </p:sp>
    </p:spTree>
    <p:extLst>
      <p:ext uri="{BB962C8B-B14F-4D97-AF65-F5344CB8AC3E}">
        <p14:creationId xmlns:p14="http://schemas.microsoft.com/office/powerpoint/2010/main" val="1674044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500B67C0-ACDC-4FBA-9987-14A7B24B3B05}"/>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31A11CA-DA07-4C5E-B0AA-DC0537DD6D2B}" type="slidenum">
              <a:rPr lang="en-US" altLang="en-PK">
                <a:latin typeface="Times New Roman" panose="02020603050405020304" pitchFamily="18" charset="0"/>
              </a:rPr>
              <a:pPr/>
              <a:t>21</a:t>
            </a:fld>
            <a:endParaRPr lang="en-US" altLang="en-PK">
              <a:latin typeface="Times New Roman" panose="02020603050405020304" pitchFamily="18" charset="0"/>
            </a:endParaRPr>
          </a:p>
        </p:txBody>
      </p:sp>
      <p:sp>
        <p:nvSpPr>
          <p:cNvPr id="56323" name="Rectangle 2">
            <a:extLst>
              <a:ext uri="{FF2B5EF4-FFF2-40B4-BE49-F238E27FC236}">
                <a16:creationId xmlns:a16="http://schemas.microsoft.com/office/drawing/2014/main" id="{E85C0A32-C4B0-42BD-AF05-66D4951E35F3}"/>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10BC58D2-9F39-4309-B215-BC2AFAD88E6D}"/>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1"/>
          <p:cNvSpPr>
            <a:spLocks noGrp="1" noRot="1" noChangeAspect="1" noChangeArrowheads="1" noTextEdit="1"/>
          </p:cNvSpPr>
          <p:nvPr>
            <p:ph type="sldImg"/>
          </p:nvPr>
        </p:nvSpPr>
        <p:spPr>
          <a:ln/>
        </p:spPr>
      </p:sp>
      <p:sp>
        <p:nvSpPr>
          <p:cNvPr id="83971"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3216613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1"/>
          <p:cNvSpPr>
            <a:spLocks noGrp="1" noRot="1" noChangeAspect="1" noChangeArrowheads="1" noTextEdit="1"/>
          </p:cNvSpPr>
          <p:nvPr>
            <p:ph type="sldImg"/>
          </p:nvPr>
        </p:nvSpPr>
        <p:spPr>
          <a:ln/>
        </p:spPr>
      </p:sp>
      <p:sp>
        <p:nvSpPr>
          <p:cNvPr id="83971"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38207215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E7B4A08E-8B54-4C0C-8ACC-3F18E6A994A8}"/>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B4AE63A-91C7-4ED5-B7BC-F066771B0CC9}" type="slidenum">
              <a:rPr lang="en-US" altLang="en-PK">
                <a:latin typeface="Times New Roman" panose="02020603050405020304" pitchFamily="18" charset="0"/>
              </a:rPr>
              <a:pPr/>
              <a:t>24</a:t>
            </a:fld>
            <a:endParaRPr lang="en-US" altLang="en-PK">
              <a:latin typeface="Times New Roman" panose="02020603050405020304" pitchFamily="18" charset="0"/>
            </a:endParaRPr>
          </a:p>
        </p:txBody>
      </p:sp>
      <p:sp>
        <p:nvSpPr>
          <p:cNvPr id="31747" name="Rectangle 2">
            <a:extLst>
              <a:ext uri="{FF2B5EF4-FFF2-40B4-BE49-F238E27FC236}">
                <a16:creationId xmlns:a16="http://schemas.microsoft.com/office/drawing/2014/main" id="{2A9FFADE-08B7-4A90-B006-EC3EC21B5035}"/>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C15C2E4F-84C3-4846-BCB3-9A697A57B31C}"/>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E733FCB9-8E0C-4A72-8602-1C9B3D0E4310}"/>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4AFBCD9-B28E-4040-A4F0-ECDE66D8B8EC}" type="slidenum">
              <a:rPr lang="en-US" altLang="en-PK">
                <a:latin typeface="Times New Roman" panose="02020603050405020304" pitchFamily="18" charset="0"/>
              </a:rPr>
              <a:pPr/>
              <a:t>25</a:t>
            </a:fld>
            <a:endParaRPr lang="en-US" altLang="en-PK">
              <a:latin typeface="Times New Roman" panose="02020603050405020304" pitchFamily="18" charset="0"/>
            </a:endParaRPr>
          </a:p>
        </p:txBody>
      </p:sp>
      <p:sp>
        <p:nvSpPr>
          <p:cNvPr id="33795" name="Rectangle 2">
            <a:extLst>
              <a:ext uri="{FF2B5EF4-FFF2-40B4-BE49-F238E27FC236}">
                <a16:creationId xmlns:a16="http://schemas.microsoft.com/office/drawing/2014/main" id="{19DC1621-64D4-41C4-8EB5-755F32E8559D}"/>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FEDFDB15-C01C-49E9-AD58-84780D3C8BDF}"/>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125BBA51-B9BD-4313-8141-8B0160E28E09}"/>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26F7CC3-64D9-4B63-A527-43206E07B4B4}" type="slidenum">
              <a:rPr lang="en-US" altLang="en-PK">
                <a:latin typeface="Times New Roman" panose="02020603050405020304" pitchFamily="18" charset="0"/>
              </a:rPr>
              <a:pPr/>
              <a:t>26</a:t>
            </a:fld>
            <a:endParaRPr lang="en-US" altLang="en-PK">
              <a:latin typeface="Times New Roman" panose="02020603050405020304" pitchFamily="18" charset="0"/>
            </a:endParaRPr>
          </a:p>
        </p:txBody>
      </p:sp>
      <p:sp>
        <p:nvSpPr>
          <p:cNvPr id="35843" name="Rectangle 2">
            <a:extLst>
              <a:ext uri="{FF2B5EF4-FFF2-40B4-BE49-F238E27FC236}">
                <a16:creationId xmlns:a16="http://schemas.microsoft.com/office/drawing/2014/main" id="{AA2F6699-74BB-4F1D-B830-DB8CA24F8F2A}"/>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49B8C453-1851-4ACC-B077-28A0FB92ACF3}"/>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69079127-161B-436F-BDEC-A63C675BC75A}"/>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3CAE5FF-FB9F-4CC1-B22D-9087B41BF300}" type="slidenum">
              <a:rPr lang="en-US" altLang="en-PK">
                <a:latin typeface="Times New Roman" panose="02020603050405020304" pitchFamily="18" charset="0"/>
              </a:rPr>
              <a:pPr/>
              <a:t>27</a:t>
            </a:fld>
            <a:endParaRPr lang="en-US" altLang="en-PK">
              <a:latin typeface="Times New Roman" panose="02020603050405020304" pitchFamily="18" charset="0"/>
            </a:endParaRPr>
          </a:p>
        </p:txBody>
      </p:sp>
      <p:sp>
        <p:nvSpPr>
          <p:cNvPr id="37891" name="Rectangle 2">
            <a:extLst>
              <a:ext uri="{FF2B5EF4-FFF2-40B4-BE49-F238E27FC236}">
                <a16:creationId xmlns:a16="http://schemas.microsoft.com/office/drawing/2014/main" id="{DE0E5A25-430D-48C1-8509-A8FBEA5460AB}"/>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8CF7F4CF-5B77-4FD5-A7BC-9C52A45D285B}"/>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E2CC196B-8F56-47AE-8FD5-57721930D9AF}"/>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E8110C0-1B8D-4EE2-AC0E-D10FB01B456E}" type="slidenum">
              <a:rPr lang="en-US" altLang="en-PK">
                <a:latin typeface="Times New Roman" panose="02020603050405020304" pitchFamily="18" charset="0"/>
              </a:rPr>
              <a:pPr/>
              <a:t>28</a:t>
            </a:fld>
            <a:endParaRPr lang="en-US" altLang="en-PK">
              <a:latin typeface="Times New Roman" panose="02020603050405020304" pitchFamily="18" charset="0"/>
            </a:endParaRPr>
          </a:p>
        </p:txBody>
      </p:sp>
      <p:sp>
        <p:nvSpPr>
          <p:cNvPr id="39939" name="Rectangle 2">
            <a:extLst>
              <a:ext uri="{FF2B5EF4-FFF2-40B4-BE49-F238E27FC236}">
                <a16:creationId xmlns:a16="http://schemas.microsoft.com/office/drawing/2014/main" id="{59A0B7FC-3946-4308-9092-441619B0DA07}"/>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7DB9133D-E13B-48F4-BBA9-F5102FC1FBB6}"/>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536FA8AB-0376-48FA-B6D3-CC983CFF2CF4}"/>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E449CA6-7BB3-491A-8E18-EB03D817894D}" type="slidenum">
              <a:rPr lang="en-US" altLang="en-PK">
                <a:latin typeface="Times New Roman" panose="02020603050405020304" pitchFamily="18" charset="0"/>
              </a:rPr>
              <a:pPr/>
              <a:t>29</a:t>
            </a:fld>
            <a:endParaRPr lang="en-US" altLang="en-PK">
              <a:latin typeface="Times New Roman" panose="02020603050405020304" pitchFamily="18" charset="0"/>
            </a:endParaRPr>
          </a:p>
        </p:txBody>
      </p:sp>
      <p:sp>
        <p:nvSpPr>
          <p:cNvPr id="41987" name="Rectangle 2">
            <a:extLst>
              <a:ext uri="{FF2B5EF4-FFF2-40B4-BE49-F238E27FC236}">
                <a16:creationId xmlns:a16="http://schemas.microsoft.com/office/drawing/2014/main" id="{984CAD6A-54D0-466F-ABEA-6BE87B997661}"/>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17F8A5A3-6621-46FE-8860-0C86C717E542}"/>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6E2AE031-8219-4668-89DD-B3F9BC8477CF}"/>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6F7E75A-F57C-48C3-A4FD-25324F35CD42}" type="slidenum">
              <a:rPr lang="en-US" altLang="en-PK">
                <a:latin typeface="Times New Roman" panose="02020603050405020304" pitchFamily="18" charset="0"/>
              </a:rPr>
              <a:pPr/>
              <a:t>30</a:t>
            </a:fld>
            <a:endParaRPr lang="en-US" altLang="en-PK">
              <a:latin typeface="Times New Roman" panose="02020603050405020304" pitchFamily="18" charset="0"/>
            </a:endParaRPr>
          </a:p>
        </p:txBody>
      </p:sp>
      <p:sp>
        <p:nvSpPr>
          <p:cNvPr id="44035" name="Rectangle 2">
            <a:extLst>
              <a:ext uri="{FF2B5EF4-FFF2-40B4-BE49-F238E27FC236}">
                <a16:creationId xmlns:a16="http://schemas.microsoft.com/office/drawing/2014/main" id="{4AE3D1C1-1A1D-4A90-9493-326F79763543}"/>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0B4DF1EA-DEDF-4548-8B5B-CA46A7B415C0}"/>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8F81A574-0BC5-4FE9-B02F-5461CAFBAADC}"/>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919F5D1-B463-454F-809E-07CDCC68F5C8}" type="slidenum">
              <a:rPr lang="en-US" altLang="en-PK">
                <a:latin typeface="Times New Roman" panose="02020603050405020304" pitchFamily="18" charset="0"/>
              </a:rPr>
              <a:pPr/>
              <a:t>31</a:t>
            </a:fld>
            <a:endParaRPr lang="en-US" altLang="en-PK">
              <a:latin typeface="Times New Roman" panose="02020603050405020304" pitchFamily="18" charset="0"/>
            </a:endParaRPr>
          </a:p>
        </p:txBody>
      </p:sp>
      <p:sp>
        <p:nvSpPr>
          <p:cNvPr id="50179" name="Rectangle 2">
            <a:extLst>
              <a:ext uri="{FF2B5EF4-FFF2-40B4-BE49-F238E27FC236}">
                <a16:creationId xmlns:a16="http://schemas.microsoft.com/office/drawing/2014/main" id="{AEACF552-E520-4C63-A05F-3F83D6536C35}"/>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93066B58-EC4B-4D92-B6E6-99294F79977F}"/>
              </a:ext>
            </a:extLst>
          </p:cNvPr>
          <p:cNvSpPr>
            <a:spLocks noGrp="1" noChangeArrowheads="1"/>
          </p:cNvSpPr>
          <p:nvPr>
            <p:ph type="body" idx="1"/>
          </p:nvPr>
        </p:nvSpPr>
        <p:spPr>
          <a:noFill/>
        </p:spPr>
        <p:txBody>
          <a:bodyPr/>
          <a:lstStyle/>
          <a:p>
            <a:pPr eaLnBrk="1" hangingPunct="1"/>
            <a:endParaRPr lang="en-PK" altLang="en-PK"/>
          </a:p>
        </p:txBody>
      </p:sp>
    </p:spTree>
    <p:extLst>
      <p:ext uri="{BB962C8B-B14F-4D97-AF65-F5344CB8AC3E}">
        <p14:creationId xmlns:p14="http://schemas.microsoft.com/office/powerpoint/2010/main" val="1686237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D0DC2469-E85E-4DD9-9009-2C45930AC93E}"/>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8160872-412F-4635-B938-7B50ECAB8FEF}" type="slidenum">
              <a:rPr lang="en-US" altLang="en-PK">
                <a:latin typeface="Times New Roman" panose="02020603050405020304" pitchFamily="18" charset="0"/>
              </a:rPr>
              <a:pPr/>
              <a:t>32</a:t>
            </a:fld>
            <a:endParaRPr lang="en-US" altLang="en-PK">
              <a:latin typeface="Times New Roman" panose="02020603050405020304" pitchFamily="18" charset="0"/>
            </a:endParaRPr>
          </a:p>
        </p:txBody>
      </p:sp>
      <p:sp>
        <p:nvSpPr>
          <p:cNvPr id="52227" name="Rectangle 2">
            <a:extLst>
              <a:ext uri="{FF2B5EF4-FFF2-40B4-BE49-F238E27FC236}">
                <a16:creationId xmlns:a16="http://schemas.microsoft.com/office/drawing/2014/main" id="{9AE3CFF5-75F6-4F7C-A4C9-7B4190EEEB3D}"/>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97FC755B-EBC8-4719-BAC8-54E50939B9FA}"/>
              </a:ext>
            </a:extLst>
          </p:cNvPr>
          <p:cNvSpPr>
            <a:spLocks noGrp="1" noChangeArrowheads="1"/>
          </p:cNvSpPr>
          <p:nvPr>
            <p:ph type="body" idx="1"/>
          </p:nvPr>
        </p:nvSpPr>
        <p:spPr>
          <a:noFill/>
        </p:spPr>
        <p:txBody>
          <a:bodyPr/>
          <a:lstStyle/>
          <a:p>
            <a:pPr eaLnBrk="1" hangingPunct="1"/>
            <a:endParaRPr lang="en-PK" altLang="en-PK"/>
          </a:p>
        </p:txBody>
      </p:sp>
    </p:spTree>
    <p:extLst>
      <p:ext uri="{BB962C8B-B14F-4D97-AF65-F5344CB8AC3E}">
        <p14:creationId xmlns:p14="http://schemas.microsoft.com/office/powerpoint/2010/main" val="25848461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5D7B4752-D7C3-42A3-8B63-96019547DD75}"/>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A2C4B3D-F2ED-4258-94F5-C3B1671E9C49}" type="slidenum">
              <a:rPr lang="en-US" altLang="en-PK">
                <a:latin typeface="Times New Roman" panose="02020603050405020304" pitchFamily="18" charset="0"/>
              </a:rPr>
              <a:pPr/>
              <a:t>33</a:t>
            </a:fld>
            <a:endParaRPr lang="en-US" altLang="en-PK">
              <a:latin typeface="Times New Roman" panose="02020603050405020304" pitchFamily="18" charset="0"/>
            </a:endParaRPr>
          </a:p>
        </p:txBody>
      </p:sp>
      <p:sp>
        <p:nvSpPr>
          <p:cNvPr id="54275" name="Rectangle 2">
            <a:extLst>
              <a:ext uri="{FF2B5EF4-FFF2-40B4-BE49-F238E27FC236}">
                <a16:creationId xmlns:a16="http://schemas.microsoft.com/office/drawing/2014/main" id="{00E092F8-C48B-46FB-9F5A-8A9A7E77463B}"/>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884BF4E1-4CED-4817-BEDE-F2C1C4D03FB6}"/>
              </a:ext>
            </a:extLst>
          </p:cNvPr>
          <p:cNvSpPr>
            <a:spLocks noGrp="1" noChangeArrowheads="1"/>
          </p:cNvSpPr>
          <p:nvPr>
            <p:ph type="body" idx="1"/>
          </p:nvPr>
        </p:nvSpPr>
        <p:spPr>
          <a:noFill/>
        </p:spPr>
        <p:txBody>
          <a:bodyPr/>
          <a:lstStyle/>
          <a:p>
            <a:pPr eaLnBrk="1" hangingPunct="1"/>
            <a:endParaRPr lang="en-PK" altLang="en-PK"/>
          </a:p>
        </p:txBody>
      </p:sp>
    </p:spTree>
    <p:extLst>
      <p:ext uri="{BB962C8B-B14F-4D97-AF65-F5344CB8AC3E}">
        <p14:creationId xmlns:p14="http://schemas.microsoft.com/office/powerpoint/2010/main" val="28265705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421CA2A9-0456-4FAF-8C7A-CC92BED1D764}"/>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B12C0B3-E4F0-4F00-B5FF-2BC5D96341F8}" type="slidenum">
              <a:rPr lang="en-US" altLang="en-PK">
                <a:latin typeface="Times New Roman" panose="02020603050405020304" pitchFamily="18" charset="0"/>
              </a:rPr>
              <a:pPr/>
              <a:t>34</a:t>
            </a:fld>
            <a:endParaRPr lang="en-US" altLang="en-PK">
              <a:latin typeface="Times New Roman" panose="02020603050405020304" pitchFamily="18" charset="0"/>
            </a:endParaRPr>
          </a:p>
        </p:txBody>
      </p:sp>
      <p:sp>
        <p:nvSpPr>
          <p:cNvPr id="46083" name="Rectangle 2">
            <a:extLst>
              <a:ext uri="{FF2B5EF4-FFF2-40B4-BE49-F238E27FC236}">
                <a16:creationId xmlns:a16="http://schemas.microsoft.com/office/drawing/2014/main" id="{DBEB8C03-0E13-48B9-9AFC-443A7FEF416F}"/>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1AA3EDE9-A5FD-4889-8B3A-52297AC1846C}"/>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1"/>
          <p:cNvSpPr>
            <a:spLocks noGrp="1" noRot="1" noChangeAspect="1" noChangeArrowheads="1" noTextEdit="1"/>
          </p:cNvSpPr>
          <p:nvPr>
            <p:ph type="sldImg"/>
          </p:nvPr>
        </p:nvSpPr>
        <p:spPr>
          <a:ln/>
        </p:spPr>
      </p:sp>
      <p:sp>
        <p:nvSpPr>
          <p:cNvPr id="107523"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40614421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494B13BC-2EAB-4D3B-93A6-B6340420BB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53C3561-4B52-4E38-B5D2-79A628F43A87}" type="slidenum">
              <a:rPr lang="en-US" altLang="en-US" sz="1200"/>
              <a:pPr/>
              <a:t>37</a:t>
            </a:fld>
            <a:endParaRPr lang="en-US" altLang="en-US" sz="1200"/>
          </a:p>
        </p:txBody>
      </p:sp>
      <p:sp>
        <p:nvSpPr>
          <p:cNvPr id="35843" name="Rectangle 2">
            <a:extLst>
              <a:ext uri="{FF2B5EF4-FFF2-40B4-BE49-F238E27FC236}">
                <a16:creationId xmlns:a16="http://schemas.microsoft.com/office/drawing/2014/main" id="{EE27A41A-C174-4FA3-A60E-52CBECDD5EAC}"/>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35844" name="Rectangle 3">
            <a:extLst>
              <a:ext uri="{FF2B5EF4-FFF2-40B4-BE49-F238E27FC236}">
                <a16:creationId xmlns:a16="http://schemas.microsoft.com/office/drawing/2014/main" id="{BFBEFB92-F6FF-471B-BEEE-A6E3994A57C4}"/>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200"/>
              <a:t>14</a:t>
            </a:r>
          </a:p>
        </p:txBody>
      </p:sp>
      <p:sp>
        <p:nvSpPr>
          <p:cNvPr id="35845" name="Rectangle 4">
            <a:extLst>
              <a:ext uri="{FF2B5EF4-FFF2-40B4-BE49-F238E27FC236}">
                <a16:creationId xmlns:a16="http://schemas.microsoft.com/office/drawing/2014/main" id="{2215D35E-0136-4A41-8E3E-6621A8E844BF}"/>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35846" name="Rectangle 5">
            <a:extLst>
              <a:ext uri="{FF2B5EF4-FFF2-40B4-BE49-F238E27FC236}">
                <a16:creationId xmlns:a16="http://schemas.microsoft.com/office/drawing/2014/main" id="{10D5E193-DF33-47A4-B5DC-01C558D0E1BE}"/>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35847" name="Rectangle 6">
            <a:extLst>
              <a:ext uri="{FF2B5EF4-FFF2-40B4-BE49-F238E27FC236}">
                <a16:creationId xmlns:a16="http://schemas.microsoft.com/office/drawing/2014/main" id="{7951966E-BD6E-4788-8AD2-1C1973AF833E}"/>
              </a:ext>
            </a:extLst>
          </p:cNvPr>
          <p:cNvSpPr>
            <a:spLocks noGrp="1" noRot="1" noChangeAspect="1" noChangeArrowheads="1" noTextEdit="1"/>
          </p:cNvSpPr>
          <p:nvPr>
            <p:ph type="sldImg"/>
          </p:nvPr>
        </p:nvSpPr>
        <p:spPr>
          <a:ln w="12700" cap="flat"/>
        </p:spPr>
      </p:sp>
      <p:sp>
        <p:nvSpPr>
          <p:cNvPr id="35848" name="Rectangle 7">
            <a:extLst>
              <a:ext uri="{FF2B5EF4-FFF2-40B4-BE49-F238E27FC236}">
                <a16:creationId xmlns:a16="http://schemas.microsoft.com/office/drawing/2014/main" id="{77697D06-20F5-473A-AFF3-D01B9C58B782}"/>
              </a:ext>
            </a:extLst>
          </p:cNvPr>
          <p:cNvSpPr>
            <a:spLocks noGrp="1" noChangeArrowheads="1"/>
          </p:cNvSpPr>
          <p:nvPr>
            <p:ph type="body" idx="1"/>
          </p:nvPr>
        </p:nvSpPr>
        <p:spPr>
          <a:xfrm>
            <a:off x="912813" y="4343400"/>
            <a:ext cx="5030787"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endParaRPr lang="en-GB"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1D5C7BA5-090E-44DB-8DA4-CC47DB7AA7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8686CD3-7005-4D1A-AE83-94635DDAB97D}" type="slidenum">
              <a:rPr lang="en-US" altLang="en-US" sz="1200"/>
              <a:pPr/>
              <a:t>38</a:t>
            </a:fld>
            <a:endParaRPr lang="en-US" altLang="en-US" sz="1200"/>
          </a:p>
        </p:txBody>
      </p:sp>
      <p:sp>
        <p:nvSpPr>
          <p:cNvPr id="36867" name="Rectangle 2">
            <a:extLst>
              <a:ext uri="{FF2B5EF4-FFF2-40B4-BE49-F238E27FC236}">
                <a16:creationId xmlns:a16="http://schemas.microsoft.com/office/drawing/2014/main" id="{B4ED9441-CBDC-43F9-A0CD-4952FAD9BAE1}"/>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36868" name="Rectangle 3">
            <a:extLst>
              <a:ext uri="{FF2B5EF4-FFF2-40B4-BE49-F238E27FC236}">
                <a16:creationId xmlns:a16="http://schemas.microsoft.com/office/drawing/2014/main" id="{ED8ABB13-9C72-4836-B454-71476C42D23D}"/>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200"/>
              <a:t>16</a:t>
            </a:r>
          </a:p>
        </p:txBody>
      </p:sp>
      <p:sp>
        <p:nvSpPr>
          <p:cNvPr id="36869" name="Rectangle 4">
            <a:extLst>
              <a:ext uri="{FF2B5EF4-FFF2-40B4-BE49-F238E27FC236}">
                <a16:creationId xmlns:a16="http://schemas.microsoft.com/office/drawing/2014/main" id="{66CE452F-FD4E-4F1A-BD6A-187B4E5C892F}"/>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36870" name="Rectangle 5">
            <a:extLst>
              <a:ext uri="{FF2B5EF4-FFF2-40B4-BE49-F238E27FC236}">
                <a16:creationId xmlns:a16="http://schemas.microsoft.com/office/drawing/2014/main" id="{8FD6B547-03E9-4A59-ADF0-E34279166F1B}"/>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36871" name="Rectangle 6">
            <a:extLst>
              <a:ext uri="{FF2B5EF4-FFF2-40B4-BE49-F238E27FC236}">
                <a16:creationId xmlns:a16="http://schemas.microsoft.com/office/drawing/2014/main" id="{3D671D5F-14CF-4772-B880-352E66AA8515}"/>
              </a:ext>
            </a:extLst>
          </p:cNvPr>
          <p:cNvSpPr>
            <a:spLocks noGrp="1" noRot="1" noChangeAspect="1" noChangeArrowheads="1" noTextEdit="1"/>
          </p:cNvSpPr>
          <p:nvPr>
            <p:ph type="sldImg"/>
          </p:nvPr>
        </p:nvSpPr>
        <p:spPr>
          <a:ln w="12700" cap="flat"/>
        </p:spPr>
      </p:sp>
      <p:sp>
        <p:nvSpPr>
          <p:cNvPr id="36872" name="Rectangle 7">
            <a:extLst>
              <a:ext uri="{FF2B5EF4-FFF2-40B4-BE49-F238E27FC236}">
                <a16:creationId xmlns:a16="http://schemas.microsoft.com/office/drawing/2014/main" id="{ADE49EAD-DE80-4176-9997-FC2748BD6111}"/>
              </a:ext>
            </a:extLst>
          </p:cNvPr>
          <p:cNvSpPr>
            <a:spLocks noGrp="1" noChangeArrowheads="1"/>
          </p:cNvSpPr>
          <p:nvPr>
            <p:ph type="body" idx="1"/>
          </p:nvPr>
        </p:nvSpPr>
        <p:spPr>
          <a:xfrm>
            <a:off x="912813" y="4343400"/>
            <a:ext cx="5030787"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endParaRPr lang="en-GB"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1"/>
          <p:cNvSpPr>
            <a:spLocks noGrp="1" noRot="1" noChangeAspect="1" noChangeArrowheads="1" noTextEdit="1"/>
          </p:cNvSpPr>
          <p:nvPr>
            <p:ph type="sldImg"/>
          </p:nvPr>
        </p:nvSpPr>
        <p:spPr>
          <a:ln/>
        </p:spPr>
      </p:sp>
      <p:sp>
        <p:nvSpPr>
          <p:cNvPr id="108547"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5570149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1"/>
          <p:cNvSpPr>
            <a:spLocks noGrp="1" noRot="1" noChangeAspect="1" noChangeArrowheads="1" noTextEdit="1"/>
          </p:cNvSpPr>
          <p:nvPr>
            <p:ph type="sldImg"/>
          </p:nvPr>
        </p:nvSpPr>
        <p:spPr>
          <a:ln/>
        </p:spPr>
      </p:sp>
      <p:sp>
        <p:nvSpPr>
          <p:cNvPr id="109571"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22187281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1"/>
          <p:cNvSpPr>
            <a:spLocks noGrp="1" noRot="1" noChangeAspect="1" noChangeArrowheads="1" noTextEdit="1"/>
          </p:cNvSpPr>
          <p:nvPr>
            <p:ph type="sldImg"/>
          </p:nvPr>
        </p:nvSpPr>
        <p:spPr>
          <a:ln/>
        </p:spPr>
      </p:sp>
      <p:sp>
        <p:nvSpPr>
          <p:cNvPr id="110595"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19595374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ln/>
        </p:spPr>
      </p:sp>
      <p:sp>
        <p:nvSpPr>
          <p:cNvPr id="111619" name="Rectangle 2"/>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29237090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442529E4-5EA6-4A0A-8DA3-B52D1A06DF13}"/>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EF7AE09-9546-4605-8E91-4D49BC4B43D2}" type="slidenum">
              <a:rPr lang="en-US" altLang="en-PK">
                <a:latin typeface="Times New Roman" panose="02020603050405020304" pitchFamily="18" charset="0"/>
              </a:rPr>
              <a:pPr/>
              <a:t>49</a:t>
            </a:fld>
            <a:endParaRPr lang="en-US" altLang="en-PK">
              <a:latin typeface="Times New Roman" panose="02020603050405020304" pitchFamily="18" charset="0"/>
            </a:endParaRPr>
          </a:p>
        </p:txBody>
      </p:sp>
      <p:sp>
        <p:nvSpPr>
          <p:cNvPr id="17411" name="Rectangle 2">
            <a:extLst>
              <a:ext uri="{FF2B5EF4-FFF2-40B4-BE49-F238E27FC236}">
                <a16:creationId xmlns:a16="http://schemas.microsoft.com/office/drawing/2014/main" id="{52822149-E51A-4AA8-AE6B-450A5F5F1B0E}"/>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F87B05C3-2D60-4F7A-BD95-79BE55845271}"/>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70B55AE0-C7C6-4494-96DD-5ABCCAC4272A}"/>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2796BAA-F76C-4391-BEFB-E258E4D2F884}" type="slidenum">
              <a:rPr lang="en-US" altLang="en-PK">
                <a:latin typeface="Times New Roman" panose="02020603050405020304" pitchFamily="18" charset="0"/>
              </a:rPr>
              <a:pPr/>
              <a:t>50</a:t>
            </a:fld>
            <a:endParaRPr lang="en-US" altLang="en-PK">
              <a:latin typeface="Times New Roman" panose="02020603050405020304" pitchFamily="18" charset="0"/>
            </a:endParaRPr>
          </a:p>
        </p:txBody>
      </p:sp>
      <p:sp>
        <p:nvSpPr>
          <p:cNvPr id="19459" name="Rectangle 2">
            <a:extLst>
              <a:ext uri="{FF2B5EF4-FFF2-40B4-BE49-F238E27FC236}">
                <a16:creationId xmlns:a16="http://schemas.microsoft.com/office/drawing/2014/main" id="{8C3D20AB-DAB6-481E-9180-29FFFD041925}"/>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3771152-C12A-46FB-A5AD-A4F0100C499C}"/>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8DE91728-A076-4A2F-A4DB-B2DCF106C234}"/>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CDF0ACC-C082-43E6-89D1-27D57CC18D77}" type="slidenum">
              <a:rPr lang="en-US" altLang="en-PK">
                <a:latin typeface="Times New Roman" panose="02020603050405020304" pitchFamily="18" charset="0"/>
              </a:rPr>
              <a:pPr/>
              <a:t>51</a:t>
            </a:fld>
            <a:endParaRPr lang="en-US" altLang="en-PK">
              <a:latin typeface="Times New Roman" panose="02020603050405020304" pitchFamily="18" charset="0"/>
            </a:endParaRPr>
          </a:p>
        </p:txBody>
      </p:sp>
      <p:sp>
        <p:nvSpPr>
          <p:cNvPr id="21507" name="Rectangle 2">
            <a:extLst>
              <a:ext uri="{FF2B5EF4-FFF2-40B4-BE49-F238E27FC236}">
                <a16:creationId xmlns:a16="http://schemas.microsoft.com/office/drawing/2014/main" id="{D8CB4FFF-C0FE-4EED-8163-C17BA5E34A07}"/>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F13BADB8-AFC1-4F47-AD73-A303BD9EFA74}"/>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505ABB97-1589-4376-A921-B2A4D6506FA8}"/>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7C10A0C-E18C-4D1A-9138-A1D558F5DB3C}" type="slidenum">
              <a:rPr lang="en-US" altLang="en-PK">
                <a:latin typeface="Times New Roman" panose="02020603050405020304" pitchFamily="18" charset="0"/>
              </a:rPr>
              <a:pPr/>
              <a:t>52</a:t>
            </a:fld>
            <a:endParaRPr lang="en-US" altLang="en-PK">
              <a:latin typeface="Times New Roman" panose="02020603050405020304" pitchFamily="18" charset="0"/>
            </a:endParaRPr>
          </a:p>
        </p:txBody>
      </p:sp>
      <p:sp>
        <p:nvSpPr>
          <p:cNvPr id="23555" name="Rectangle 2">
            <a:extLst>
              <a:ext uri="{FF2B5EF4-FFF2-40B4-BE49-F238E27FC236}">
                <a16:creationId xmlns:a16="http://schemas.microsoft.com/office/drawing/2014/main" id="{E9ADD588-DFE6-4F1B-9DDB-3D779424DFF5}"/>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3E6E35E3-208C-48D6-B083-663A3D5E58AD}"/>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795D038-A99E-430D-A8BA-BB6DC564DDEF}"/>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9C8B98F-8FA2-48B6-A7B2-1F9991FAECEC}" type="slidenum">
              <a:rPr lang="en-US" altLang="en-PK">
                <a:latin typeface="Times New Roman" panose="02020603050405020304" pitchFamily="18" charset="0"/>
              </a:rPr>
              <a:pPr/>
              <a:t>53</a:t>
            </a:fld>
            <a:endParaRPr lang="en-US" altLang="en-PK">
              <a:latin typeface="Times New Roman" panose="02020603050405020304" pitchFamily="18" charset="0"/>
            </a:endParaRPr>
          </a:p>
        </p:txBody>
      </p:sp>
      <p:sp>
        <p:nvSpPr>
          <p:cNvPr id="25603" name="Rectangle 2">
            <a:extLst>
              <a:ext uri="{FF2B5EF4-FFF2-40B4-BE49-F238E27FC236}">
                <a16:creationId xmlns:a16="http://schemas.microsoft.com/office/drawing/2014/main" id="{1B980EBC-C0DB-4331-B5B9-AF30A1177222}"/>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D1E42B3C-64A0-4371-B855-6FFC98E763F9}"/>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8AEFDE4A-C1DB-4F37-8451-CF642E38F9E3}"/>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EE79D2B-B886-4E54-A5B2-1C2E3BF8AE94}" type="slidenum">
              <a:rPr lang="en-US" altLang="en-PK">
                <a:latin typeface="Times New Roman" panose="02020603050405020304" pitchFamily="18" charset="0"/>
              </a:rPr>
              <a:pPr/>
              <a:t>54</a:t>
            </a:fld>
            <a:endParaRPr lang="en-US" altLang="en-PK">
              <a:latin typeface="Times New Roman" panose="02020603050405020304" pitchFamily="18" charset="0"/>
            </a:endParaRPr>
          </a:p>
        </p:txBody>
      </p:sp>
      <p:sp>
        <p:nvSpPr>
          <p:cNvPr id="27651" name="Rectangle 2">
            <a:extLst>
              <a:ext uri="{FF2B5EF4-FFF2-40B4-BE49-F238E27FC236}">
                <a16:creationId xmlns:a16="http://schemas.microsoft.com/office/drawing/2014/main" id="{517812DB-72E3-49BA-9DA2-2B419C53E63B}"/>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5301A263-7334-4CD9-9C8A-19FB5D16D489}"/>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F1E0C505-0D4C-4082-B3A9-EFA85EA08E73}"/>
              </a:ext>
            </a:extLst>
          </p:cNvPr>
          <p:cNvSpPr>
            <a:spLocks noGrp="1" noChangeArrowheads="1"/>
          </p:cNvSpPr>
          <p:nvPr>
            <p:ph type="sldNum" sz="quarter" idx="5"/>
          </p:nvPr>
        </p:nvSpPr>
        <p:spPr>
          <a:noFill/>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D5AAD5D-0BD2-4295-A9C0-FF476AA0B94D}" type="slidenum">
              <a:rPr lang="en-US" altLang="en-PK">
                <a:latin typeface="Times New Roman" panose="02020603050405020304" pitchFamily="18" charset="0"/>
              </a:rPr>
              <a:pPr/>
              <a:t>55</a:t>
            </a:fld>
            <a:endParaRPr lang="en-US" altLang="en-PK">
              <a:latin typeface="Times New Roman" panose="02020603050405020304" pitchFamily="18" charset="0"/>
            </a:endParaRPr>
          </a:p>
        </p:txBody>
      </p:sp>
      <p:sp>
        <p:nvSpPr>
          <p:cNvPr id="29699" name="Rectangle 2">
            <a:extLst>
              <a:ext uri="{FF2B5EF4-FFF2-40B4-BE49-F238E27FC236}">
                <a16:creationId xmlns:a16="http://schemas.microsoft.com/office/drawing/2014/main" id="{CEFD992D-FEBB-4305-B651-80F0252C7488}"/>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5D664640-643D-4763-A3B6-48F6E63BF3B7}"/>
              </a:ext>
            </a:extLst>
          </p:cNvPr>
          <p:cNvSpPr>
            <a:spLocks noGrp="1" noChangeArrowheads="1"/>
          </p:cNvSpPr>
          <p:nvPr>
            <p:ph type="body" idx="1"/>
          </p:nvPr>
        </p:nvSpPr>
        <p:spPr>
          <a:noFill/>
        </p:spPr>
        <p:txBody>
          <a:bodyPr/>
          <a:lstStyle/>
          <a:p>
            <a:pPr eaLnBrk="1" hangingPunct="1"/>
            <a:endParaRPr lang="en-PK" altLang="en-PK"/>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6843" y="3887812"/>
            <a:ext cx="1219566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p:cNvSpPr/>
          <p:nvPr/>
        </p:nvSpPr>
        <p:spPr>
          <a:xfrm>
            <a:off x="-6843" y="2059012"/>
            <a:ext cx="12195668" cy="182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72440" y="2194560"/>
            <a:ext cx="11247120" cy="1739347"/>
          </a:xfrm>
        </p:spPr>
        <p:txBody>
          <a:bodyPr tIns="45720" bIns="45720" anchor="ctr">
            <a:normAutofit/>
          </a:bodyPr>
          <a:lstStyle>
            <a:lvl1pPr algn="ctr">
              <a:lnSpc>
                <a:spcPct val="80000"/>
              </a:lnSpc>
              <a:defRPr sz="6000" spc="15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342900" y="3915938"/>
            <a:ext cx="11506200" cy="457200"/>
          </a:xfrm>
        </p:spPr>
        <p:txBody>
          <a:bodyPr>
            <a:normAutofit/>
          </a:bodyPr>
          <a:lstStyle>
            <a:lvl1pPr marL="0" indent="0" algn="ctr">
              <a:buNone/>
              <a:defRPr sz="2000">
                <a:solidFill>
                  <a:srgbClr val="FFFFFF"/>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43343F5B-246D-4F37-9175-C152DFACA66B}" type="datetimeFigureOut">
              <a:rPr lang="en-GB" smtClean="0"/>
              <a:t>22/04/2024</a:t>
            </a:fld>
            <a:endParaRPr lang="en-GB"/>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83B8F8A4-A9E9-4D9F-8AA4-57B6F1DE9603}" type="slidenum">
              <a:rPr lang="en-GB" smtClean="0"/>
              <a:t>‹#›</a:t>
            </a:fld>
            <a:endParaRPr lang="en-GB"/>
          </a:p>
        </p:txBody>
      </p:sp>
    </p:spTree>
    <p:extLst>
      <p:ext uri="{BB962C8B-B14F-4D97-AF65-F5344CB8AC3E}">
        <p14:creationId xmlns:p14="http://schemas.microsoft.com/office/powerpoint/2010/main" val="177862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343F5B-246D-4F37-9175-C152DFACA66B}" type="datetimeFigureOut">
              <a:rPr lang="en-GB" smtClean="0"/>
              <a:t>22/04/2024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1180764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43" y="3887812"/>
            <a:ext cx="1219566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75488" y="2194560"/>
            <a:ext cx="11247120" cy="1737360"/>
          </a:xfrm>
        </p:spPr>
        <p:txBody>
          <a:bodyPr anchor="ctr">
            <a:noAutofit/>
          </a:bodyPr>
          <a:lstStyle>
            <a:lvl1pPr algn="ctr">
              <a:lnSpc>
                <a:spcPct val="80000"/>
              </a:lnSpc>
              <a:defRPr sz="6000" b="0" spc="150" baseline="0">
                <a:solidFill>
                  <a:srgbClr val="FFFF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47472" y="3911827"/>
            <a:ext cx="11503152" cy="457200"/>
          </a:xfrm>
        </p:spPr>
        <p:txBody>
          <a:bodyPr anchor="t">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43343F5B-246D-4F37-9175-C152DFACA66B}" type="datetimeFigureOut">
              <a:rPr lang="en-GB" smtClean="0"/>
              <a:t>22/04/2024</a:t>
            </a:fld>
            <a:endParaRPr lang="en-GB"/>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83B8F8A4-A9E9-4D9F-8AA4-57B6F1DE9603}" type="slidenum">
              <a:rPr lang="en-GB" smtClean="0"/>
              <a:t>‹#›</a:t>
            </a:fld>
            <a:endParaRPr lang="en-GB"/>
          </a:p>
        </p:txBody>
      </p:sp>
    </p:spTree>
    <p:extLst>
      <p:ext uri="{BB962C8B-B14F-4D97-AF65-F5344CB8AC3E}">
        <p14:creationId xmlns:p14="http://schemas.microsoft.com/office/powerpoint/2010/main" val="3977457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343F5B-246D-4F37-9175-C152DFACA66B}" type="datetimeFigureOut">
              <a:rPr lang="en-GB" smtClean="0"/>
              <a:t>22/04/2024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4115822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343F5B-246D-4F37-9175-C152DFACA66B}" type="datetimeFigureOut">
              <a:rPr lang="en-GB" smtClean="0"/>
              <a:t>22/04/2024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2790746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343F5B-246D-4F37-9175-C152DFACA66B}" type="datetimeFigureOut">
              <a:rPr lang="en-GB" smtClean="0"/>
              <a:t>22/04/2024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1643172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343F5B-246D-4F37-9175-C152DFACA66B}" type="datetimeFigureOut">
              <a:rPr lang="en-GB" smtClean="0"/>
              <a:t>22/04/2024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1755530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3343F5B-246D-4F37-9175-C152DFACA66B}" type="datetimeFigureOut">
              <a:rPr lang="en-GB" smtClean="0"/>
              <a:t>22/04/2024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3621275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3343F5B-246D-4F37-9175-C152DFACA66B}" type="datetimeFigureOut">
              <a:rPr lang="en-GB" smtClean="0"/>
              <a:t>22/04/2024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2518870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343F5B-246D-4F37-9175-C152DFACA66B}" type="datetimeFigureOut">
              <a:rPr lang="en-GB" smtClean="0"/>
              <a:t>22/04/2024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2755458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43343F5B-246D-4F37-9175-C152DFACA66B}" type="datetimeFigureOut">
              <a:rPr lang="en-GB" smtClean="0"/>
              <a:t>22/04/2024</a:t>
            </a:fld>
            <a:endParaRPr lang="en-GB"/>
          </a:p>
        </p:txBody>
      </p:sp>
      <p:sp>
        <p:nvSpPr>
          <p:cNvPr id="5" name="Footer Placeholder 4"/>
          <p:cNvSpPr>
            <a:spLocks noGrp="1"/>
          </p:cNvSpPr>
          <p:nvPr>
            <p:ph type="ftr" sz="quarter" idx="11"/>
          </p:nvPr>
        </p:nvSpPr>
        <p:spPr>
          <a:xfrm>
            <a:off x="3776135" y="6422854"/>
            <a:ext cx="4279669" cy="365125"/>
          </a:xfrm>
        </p:spPr>
        <p:txBody>
          <a:bodyPr/>
          <a:lstStyle/>
          <a:p>
            <a:endParaRPr lang="en-GB"/>
          </a:p>
        </p:txBody>
      </p:sp>
      <p:sp>
        <p:nvSpPr>
          <p:cNvPr id="6" name="Slide Number Placeholder 5"/>
          <p:cNvSpPr>
            <a:spLocks noGrp="1"/>
          </p:cNvSpPr>
          <p:nvPr>
            <p:ph type="sldNum" sz="quarter" idx="12"/>
          </p:nvPr>
        </p:nvSpPr>
        <p:spPr>
          <a:xfrm>
            <a:off x="8073048" y="6422854"/>
            <a:ext cx="879759" cy="365125"/>
          </a:xfrm>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10849407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4EE0C9-0FBD-4A62-8EB8-37F83DBC1E29}"/>
              </a:ext>
            </a:extLst>
          </p:cNvPr>
          <p:cNvSpPr>
            <a:spLocks noGrp="1"/>
          </p:cNvSpPr>
          <p:nvPr>
            <p:ph type="dt" sz="half" idx="10"/>
          </p:nvPr>
        </p:nvSpPr>
        <p:spPr>
          <a:xfrm>
            <a:off x="1549400" y="6243638"/>
            <a:ext cx="2540000" cy="457200"/>
          </a:xfrm>
        </p:spPr>
        <p:txBody>
          <a:bodyPr/>
          <a:lstStyle>
            <a:lvl1pPr>
              <a:defRPr smtClean="0"/>
            </a:lvl1pPr>
          </a:lstStyle>
          <a:p>
            <a:pPr>
              <a:defRPr/>
            </a:pPr>
            <a:endParaRPr lang="en-US" altLang="zh-CN"/>
          </a:p>
        </p:txBody>
      </p:sp>
      <p:sp>
        <p:nvSpPr>
          <p:cNvPr id="6" name="Footer Placeholder 5">
            <a:extLst>
              <a:ext uri="{FF2B5EF4-FFF2-40B4-BE49-F238E27FC236}">
                <a16:creationId xmlns:a16="http://schemas.microsoft.com/office/drawing/2014/main" id="{D73301D5-550A-4803-A903-2FE45F673E49}"/>
              </a:ext>
            </a:extLst>
          </p:cNvPr>
          <p:cNvSpPr>
            <a:spLocks noGrp="1"/>
          </p:cNvSpPr>
          <p:nvPr>
            <p:ph type="ftr" sz="quarter" idx="11"/>
          </p:nvPr>
        </p:nvSpPr>
        <p:spPr>
          <a:xfrm>
            <a:off x="4876800" y="6243638"/>
            <a:ext cx="3860800" cy="457200"/>
          </a:xfrm>
        </p:spPr>
        <p:txBody>
          <a:bodyPr/>
          <a:lstStyle>
            <a:lvl1pPr>
              <a:defRPr smtClean="0"/>
            </a:lvl1pPr>
          </a:lstStyle>
          <a:p>
            <a:pPr>
              <a:defRPr/>
            </a:pPr>
            <a:endParaRPr lang="en-US" altLang="zh-CN"/>
          </a:p>
        </p:txBody>
      </p:sp>
      <p:sp>
        <p:nvSpPr>
          <p:cNvPr id="7" name="Slide Number Placeholder 6">
            <a:extLst>
              <a:ext uri="{FF2B5EF4-FFF2-40B4-BE49-F238E27FC236}">
                <a16:creationId xmlns:a16="http://schemas.microsoft.com/office/drawing/2014/main" id="{AE37A763-EED4-49F1-BDE5-00879AACA859}"/>
              </a:ext>
            </a:extLst>
          </p:cNvPr>
          <p:cNvSpPr>
            <a:spLocks noGrp="1"/>
          </p:cNvSpPr>
          <p:nvPr>
            <p:ph type="sldNum" sz="quarter" idx="12"/>
          </p:nvPr>
        </p:nvSpPr>
        <p:spPr>
          <a:xfrm>
            <a:off x="9389533" y="6243638"/>
            <a:ext cx="2540000" cy="457200"/>
          </a:xfrm>
        </p:spPr>
        <p:txBody>
          <a:bodyPr/>
          <a:lstStyle>
            <a:lvl1pPr>
              <a:defRPr/>
            </a:lvl1pPr>
          </a:lstStyle>
          <a:p>
            <a:fld id="{40CAD8BB-3756-4E47-ADF6-E21F58CCA6D8}" type="slidenum">
              <a:rPr lang="zh-CN" altLang="en-US"/>
              <a:pPr/>
              <a:t>‹#›</a:t>
            </a:fld>
            <a:endParaRPr lang="en-US" altLang="zh-CN"/>
          </a:p>
        </p:txBody>
      </p:sp>
    </p:spTree>
    <p:extLst>
      <p:ext uri="{BB962C8B-B14F-4D97-AF65-F5344CB8AC3E}">
        <p14:creationId xmlns:p14="http://schemas.microsoft.com/office/powerpoint/2010/main" val="904112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534584" y="214313"/>
            <a:ext cx="10405533" cy="591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4D6FC81-6179-481C-8729-5952A27824B2}"/>
              </a:ext>
            </a:extLst>
          </p:cNvPr>
          <p:cNvSpPr>
            <a:spLocks noGrp="1"/>
          </p:cNvSpPr>
          <p:nvPr>
            <p:ph type="dt" sz="half" idx="10"/>
          </p:nvPr>
        </p:nvSpPr>
        <p:spPr>
          <a:xfrm>
            <a:off x="1549400" y="6243638"/>
            <a:ext cx="2540000" cy="457200"/>
          </a:xfrm>
        </p:spPr>
        <p:txBody>
          <a:bodyPr/>
          <a:lstStyle>
            <a:lvl1pPr>
              <a:defRPr smtClean="0"/>
            </a:lvl1pPr>
          </a:lstStyle>
          <a:p>
            <a:pPr>
              <a:defRPr/>
            </a:pPr>
            <a:endParaRPr lang="en-US" altLang="zh-CN"/>
          </a:p>
        </p:txBody>
      </p:sp>
      <p:sp>
        <p:nvSpPr>
          <p:cNvPr id="4" name="Footer Placeholder 3">
            <a:extLst>
              <a:ext uri="{FF2B5EF4-FFF2-40B4-BE49-F238E27FC236}">
                <a16:creationId xmlns:a16="http://schemas.microsoft.com/office/drawing/2014/main" id="{2881FCBC-2684-41EB-97D7-42BE53F4D28B}"/>
              </a:ext>
            </a:extLst>
          </p:cNvPr>
          <p:cNvSpPr>
            <a:spLocks noGrp="1"/>
          </p:cNvSpPr>
          <p:nvPr>
            <p:ph type="ftr" sz="quarter" idx="11"/>
          </p:nvPr>
        </p:nvSpPr>
        <p:spPr>
          <a:xfrm>
            <a:off x="4876800" y="6243638"/>
            <a:ext cx="3860800" cy="457200"/>
          </a:xfrm>
        </p:spPr>
        <p:txBody>
          <a:bodyPr/>
          <a:lstStyle>
            <a:lvl1pPr>
              <a:defRPr smtClean="0"/>
            </a:lvl1pPr>
          </a:lstStyle>
          <a:p>
            <a:pPr>
              <a:defRPr/>
            </a:pPr>
            <a:endParaRPr lang="en-US" altLang="zh-CN"/>
          </a:p>
        </p:txBody>
      </p:sp>
      <p:sp>
        <p:nvSpPr>
          <p:cNvPr id="5" name="Slide Number Placeholder 4">
            <a:extLst>
              <a:ext uri="{FF2B5EF4-FFF2-40B4-BE49-F238E27FC236}">
                <a16:creationId xmlns:a16="http://schemas.microsoft.com/office/drawing/2014/main" id="{928371B0-3C32-4F09-B9DA-BF2A9816C897}"/>
              </a:ext>
            </a:extLst>
          </p:cNvPr>
          <p:cNvSpPr>
            <a:spLocks noGrp="1"/>
          </p:cNvSpPr>
          <p:nvPr>
            <p:ph type="sldNum" sz="quarter" idx="12"/>
          </p:nvPr>
        </p:nvSpPr>
        <p:spPr>
          <a:xfrm>
            <a:off x="9389533" y="6243638"/>
            <a:ext cx="2540000" cy="457200"/>
          </a:xfrm>
        </p:spPr>
        <p:txBody>
          <a:bodyPr/>
          <a:lstStyle>
            <a:lvl1pPr>
              <a:defRPr/>
            </a:lvl1pPr>
          </a:lstStyle>
          <a:p>
            <a:fld id="{3EA6AE6E-AE04-48B5-A7A9-8311163D6BE2}" type="slidenum">
              <a:rPr lang="zh-CN" altLang="en-US"/>
              <a:pPr/>
              <a:t>‹#›</a:t>
            </a:fld>
            <a:endParaRPr lang="en-US" altLang="zh-CN"/>
          </a:p>
        </p:txBody>
      </p:sp>
    </p:spTree>
    <p:extLst>
      <p:ext uri="{BB962C8B-B14F-4D97-AF65-F5344CB8AC3E}">
        <p14:creationId xmlns:p14="http://schemas.microsoft.com/office/powerpoint/2010/main" val="4182257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43343F5B-246D-4F37-9175-C152DFACA66B}" type="datetimeFigureOut">
              <a:rPr lang="en-GB" smtClean="0"/>
              <a:t>22/04/2024</a:t>
            </a:fld>
            <a:endParaRPr lang="en-GB"/>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GB"/>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83B8F8A4-A9E9-4D9F-8AA4-57B6F1DE9603}" type="slidenum">
              <a:rPr lang="en-GB" smtClean="0"/>
              <a:t>‹#›</a:t>
            </a:fld>
            <a:endParaRPr lang="en-GB"/>
          </a:p>
        </p:txBody>
      </p:sp>
    </p:spTree>
    <p:extLst>
      <p:ext uri="{BB962C8B-B14F-4D97-AF65-F5344CB8AC3E}">
        <p14:creationId xmlns:p14="http://schemas.microsoft.com/office/powerpoint/2010/main" val="2930948371"/>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 id="2147483934" r:id="rId12"/>
    <p:sldLayoutId id="2147483935" r:id="rId13"/>
  </p:sldLayoutIdLst>
  <p:txStyles>
    <p:titleStyle>
      <a:lvl1pPr algn="l" defTabSz="914400" rtl="0" eaLnBrk="1" latinLnBrk="0" hangingPunct="1">
        <a:lnSpc>
          <a:spcPct val="85000"/>
        </a:lnSpc>
        <a:spcBef>
          <a:spcPct val="0"/>
        </a:spcBef>
        <a:buNone/>
        <a:defRPr sz="4000" kern="1200" cap="all"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visual-paradigm.com/guide/uml-unified-modeling-language/what-is-uml/"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visual-paradigm.com/guide/uml-unified-modeling-language/behavior-vs-structural-diagram/"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hyperlink" Target="http://en.wikipedia.org/wiki/List_of_UML_tools" TargetMode="External"/><Relationship Id="rId7" Type="http://schemas.openxmlformats.org/officeDocument/2006/relationships/hyperlink" Target="http://www.borland.com/together/index.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www.pragsoft.com/" TargetMode="External"/><Relationship Id="rId5" Type="http://schemas.openxmlformats.org/officeDocument/2006/relationships/hyperlink" Target="http://www.rational.com/" TargetMode="External"/><Relationship Id="rId4" Type="http://schemas.openxmlformats.org/officeDocument/2006/relationships/hyperlink" Target="http://argouml.tigris.org/"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hyperlink" Target="https://meeraacademy.com/use-case-diagram-student-attendance-management-system/" TargetMode="Externa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t>Introduction to Software Engineering</a:t>
            </a:r>
            <a:endParaRPr lang="en-GB" dirty="0"/>
          </a:p>
        </p:txBody>
      </p:sp>
      <p:sp>
        <p:nvSpPr>
          <p:cNvPr id="3" name="Subtitle 2"/>
          <p:cNvSpPr>
            <a:spLocks noGrp="1"/>
          </p:cNvSpPr>
          <p:nvPr>
            <p:ph type="subTitle" idx="1"/>
          </p:nvPr>
        </p:nvSpPr>
        <p:spPr>
          <a:xfrm>
            <a:off x="1395211" y="3905711"/>
            <a:ext cx="9144000" cy="1619326"/>
          </a:xfrm>
        </p:spPr>
        <p:txBody>
          <a:bodyPr>
            <a:normAutofit/>
          </a:bodyPr>
          <a:lstStyle/>
          <a:p>
            <a:r>
              <a:rPr lang="en-GB" sz="3600" dirty="0">
                <a:solidFill>
                  <a:schemeClr val="tx1"/>
                </a:solidFill>
              </a:rPr>
              <a:t>Muhammad </a:t>
            </a:r>
            <a:r>
              <a:rPr lang="en-GB" sz="3600" dirty="0" err="1">
                <a:solidFill>
                  <a:schemeClr val="tx1"/>
                </a:solidFill>
              </a:rPr>
              <a:t>kashif</a:t>
            </a:r>
            <a:endParaRPr lang="en-GB" sz="3600" dirty="0">
              <a:solidFill>
                <a:schemeClr val="tx1"/>
              </a:solidFill>
            </a:endParaRPr>
          </a:p>
          <a:p>
            <a:r>
              <a:rPr lang="en-US" sz="3600" dirty="0">
                <a:solidFill>
                  <a:schemeClr val="tx1"/>
                </a:solidFill>
              </a:rPr>
              <a:t>CSSE3113</a:t>
            </a:r>
          </a:p>
        </p:txBody>
      </p:sp>
    </p:spTree>
    <p:extLst>
      <p:ext uri="{BB962C8B-B14F-4D97-AF65-F5344CB8AC3E}">
        <p14:creationId xmlns:p14="http://schemas.microsoft.com/office/powerpoint/2010/main" val="3177864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Petri Nets</a:t>
            </a:r>
          </a:p>
        </p:txBody>
      </p:sp>
      <p:sp>
        <p:nvSpPr>
          <p:cNvPr id="45059"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A form of state-transition notation that is used to model concurrent activities and their interaction</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Circles (</a:t>
            </a:r>
            <a:r>
              <a:rPr lang="en-GB" i="1" dirty="0"/>
              <a:t>places</a:t>
            </a:r>
            <a:r>
              <a:rPr lang="en-GB" dirty="0"/>
              <a:t>) represent activities or conditions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Bars represents </a:t>
            </a:r>
            <a:r>
              <a:rPr lang="en-GB" i="1" dirty="0"/>
              <a:t>transitions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i="1" dirty="0"/>
              <a:t>Arcs</a:t>
            </a:r>
            <a:r>
              <a:rPr lang="en-GB" dirty="0"/>
              <a:t> connect a transition with its input places and its output places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The places are populated with </a:t>
            </a:r>
            <a:r>
              <a:rPr lang="en-GB" i="1" dirty="0"/>
              <a:t>tokens, </a:t>
            </a:r>
            <a:r>
              <a:rPr lang="en-GB" dirty="0"/>
              <a:t>which act as enabling conditions for the transitions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Each arc can be assigned</a:t>
            </a:r>
            <a:r>
              <a:rPr lang="en-GB" i="1" dirty="0"/>
              <a:t> a weight </a:t>
            </a:r>
            <a:r>
              <a:rPr lang="en-GB" dirty="0"/>
              <a:t>that specifies how many tokens are removed from arc's input place, when the </a:t>
            </a:r>
            <a:r>
              <a:rPr lang="en-GB" b="1" dirty="0"/>
              <a:t>transition fires</a:t>
            </a:r>
          </a:p>
        </p:txBody>
      </p:sp>
    </p:spTree>
    <p:extLst>
      <p:ext uri="{BB962C8B-B14F-4D97-AF65-F5344CB8AC3E}">
        <p14:creationId xmlns:p14="http://schemas.microsoft.com/office/powerpoint/2010/main" val="378591667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3" name="Picture 2"/>
          <p:cNvPicPr>
            <a:picLocks noChangeAspect="1" noChangeArrowheads="1"/>
          </p:cNvPicPr>
          <p:nvPr/>
        </p:nvPicPr>
        <p:blipFill>
          <a:blip r:embed="rId3" cstate="print"/>
          <a:srcRect/>
          <a:stretch>
            <a:fillRect/>
          </a:stretch>
        </p:blipFill>
        <p:spPr bwMode="auto">
          <a:xfrm>
            <a:off x="2962276" y="1972901"/>
            <a:ext cx="2828925" cy="3286125"/>
          </a:xfrm>
          <a:prstGeom prst="rect">
            <a:avLst/>
          </a:prstGeom>
          <a:noFill/>
          <a:ln w="9525">
            <a:noFill/>
            <a:miter lim="800000"/>
            <a:headEnd/>
            <a:tailEnd/>
          </a:ln>
        </p:spPr>
      </p:pic>
      <p:pic>
        <p:nvPicPr>
          <p:cNvPr id="46084" name="Picture 3"/>
          <p:cNvPicPr>
            <a:picLocks noChangeAspect="1" noChangeArrowheads="1"/>
          </p:cNvPicPr>
          <p:nvPr/>
        </p:nvPicPr>
        <p:blipFill>
          <a:blip r:embed="rId4" cstate="print"/>
          <a:srcRect/>
          <a:stretch>
            <a:fillRect/>
          </a:stretch>
        </p:blipFill>
        <p:spPr bwMode="auto">
          <a:xfrm>
            <a:off x="7134226" y="2057401"/>
            <a:ext cx="2390775" cy="2790825"/>
          </a:xfrm>
          <a:prstGeom prst="rect">
            <a:avLst/>
          </a:prstGeom>
          <a:noFill/>
          <a:ln w="9525">
            <a:noFill/>
            <a:miter lim="800000"/>
            <a:headEnd/>
            <a:tailEnd/>
          </a:ln>
        </p:spPr>
      </p:pic>
      <p:sp>
        <p:nvSpPr>
          <p:cNvPr id="46085" name="TextBox 5"/>
          <p:cNvSpPr txBox="1">
            <a:spLocks noChangeArrowheads="1"/>
          </p:cNvSpPr>
          <p:nvPr/>
        </p:nvSpPr>
        <p:spPr bwMode="auto">
          <a:xfrm>
            <a:off x="3048000" y="5334001"/>
            <a:ext cx="2819400" cy="307975"/>
          </a:xfrm>
          <a:prstGeom prst="rect">
            <a:avLst/>
          </a:prstGeom>
          <a:noFill/>
          <a:ln w="9525">
            <a:noFill/>
            <a:miter lim="800000"/>
            <a:headEnd/>
            <a:tailEnd/>
          </a:ln>
        </p:spPr>
        <p:txBody>
          <a:bodyPr>
            <a:spAutoFit/>
          </a:bodyPr>
          <a:lstStyle/>
          <a:p>
            <a:pPr algn="ctr"/>
            <a:r>
              <a:rPr lang="en-US" sz="1400">
                <a:solidFill>
                  <a:srgbClr val="C00000"/>
                </a:solidFill>
                <a:latin typeface="Tahoma" pitchFamily="34" charset="0"/>
                <a:cs typeface="Tahoma" pitchFamily="34" charset="0"/>
              </a:rPr>
              <a:t>Three types of transitions</a:t>
            </a:r>
          </a:p>
        </p:txBody>
      </p:sp>
      <p:sp>
        <p:nvSpPr>
          <p:cNvPr id="46086" name="TextBox 6"/>
          <p:cNvSpPr txBox="1">
            <a:spLocks noChangeArrowheads="1"/>
          </p:cNvSpPr>
          <p:nvPr/>
        </p:nvSpPr>
        <p:spPr bwMode="auto">
          <a:xfrm>
            <a:off x="6934200" y="5330826"/>
            <a:ext cx="2819400" cy="307975"/>
          </a:xfrm>
          <a:prstGeom prst="rect">
            <a:avLst/>
          </a:prstGeom>
          <a:noFill/>
          <a:ln w="9525">
            <a:noFill/>
            <a:miter lim="800000"/>
            <a:headEnd/>
            <a:tailEnd/>
          </a:ln>
        </p:spPr>
        <p:txBody>
          <a:bodyPr>
            <a:spAutoFit/>
          </a:bodyPr>
          <a:lstStyle/>
          <a:p>
            <a:pPr algn="ctr"/>
            <a:r>
              <a:rPr lang="en-US" sz="1400">
                <a:solidFill>
                  <a:srgbClr val="C00000"/>
                </a:solidFill>
                <a:latin typeface="Tahoma" pitchFamily="34" charset="0"/>
                <a:cs typeface="Tahoma" pitchFamily="34" charset="0"/>
              </a:rPr>
              <a:t>Tokens</a:t>
            </a:r>
          </a:p>
        </p:txBody>
      </p:sp>
      <p:sp>
        <p:nvSpPr>
          <p:cNvPr id="7"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Petri Nets</a:t>
            </a:r>
          </a:p>
        </p:txBody>
      </p:sp>
      <p:sp>
        <p:nvSpPr>
          <p:cNvPr id="2" name="Content Placeholder 1"/>
          <p:cNvSpPr>
            <a:spLocks noGrp="1"/>
          </p:cNvSpPr>
          <p:nvPr>
            <p:ph idx="1"/>
          </p:nvPr>
        </p:nvSpPr>
        <p:spPr/>
        <p:txBody>
          <a:bodyPr/>
          <a:lstStyle/>
          <a:p>
            <a:endParaRPr lang="en-GB" dirty="0"/>
          </a:p>
        </p:txBody>
      </p:sp>
    </p:spTree>
    <p:extLst>
      <p:ext uri="{BB962C8B-B14F-4D97-AF65-F5344CB8AC3E}">
        <p14:creationId xmlns:p14="http://schemas.microsoft.com/office/powerpoint/2010/main" val="407596129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7" name="Picture 36"/>
          <p:cNvPicPr>
            <a:picLocks noChangeAspect="1" noChangeArrowheads="1"/>
          </p:cNvPicPr>
          <p:nvPr/>
        </p:nvPicPr>
        <p:blipFill>
          <a:blip r:embed="rId3" cstate="print"/>
          <a:srcRect/>
          <a:stretch>
            <a:fillRect/>
          </a:stretch>
        </p:blipFill>
        <p:spPr bwMode="auto">
          <a:xfrm>
            <a:off x="4137891" y="1904682"/>
            <a:ext cx="7772400" cy="4313238"/>
          </a:xfrm>
          <a:prstGeom prst="rect">
            <a:avLst/>
          </a:prstGeom>
          <a:noFill/>
          <a:ln w="9525">
            <a:noFill/>
            <a:miter lim="800000"/>
            <a:headEnd/>
            <a:tailEnd/>
          </a:ln>
        </p:spPr>
      </p:pic>
      <p:sp>
        <p:nvSpPr>
          <p:cNvPr id="5"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Petri Nets Example of Book Loan</a:t>
            </a:r>
          </a:p>
        </p:txBody>
      </p:sp>
      <p:sp>
        <p:nvSpPr>
          <p:cNvPr id="47108" name="Rectangle 37"/>
          <p:cNvSpPr>
            <a:spLocks noGrp="1" noChangeArrowheads="1"/>
          </p:cNvSpPr>
          <p:nvPr>
            <p:ph idx="1"/>
          </p:nvPr>
        </p:nvSpPr>
        <p:spPr>
          <a:xfrm>
            <a:off x="427064" y="2011680"/>
            <a:ext cx="9784080" cy="4206240"/>
          </a:xfrm>
        </p:spPr>
        <p:txBody>
          <a:bodyPr/>
          <a:lstStyle/>
          <a:p>
            <a:pPr eaLnBrk="1" hangingPunct="1"/>
            <a:r>
              <a:rPr lang="en-US" dirty="0"/>
              <a:t>Enabled Transitions:</a:t>
            </a:r>
          </a:p>
          <a:p>
            <a:pPr lvl="1"/>
            <a:r>
              <a:rPr lang="en-US" dirty="0"/>
              <a:t>Return</a:t>
            </a:r>
          </a:p>
          <a:p>
            <a:pPr lvl="1"/>
            <a:r>
              <a:rPr lang="en-US" dirty="0"/>
              <a:t>Withdraw Return Request</a:t>
            </a:r>
          </a:p>
          <a:p>
            <a:pPr lvl="1"/>
            <a:r>
              <a:rPr lang="en-US" dirty="0"/>
              <a:t>Borrow</a:t>
            </a:r>
          </a:p>
          <a:p>
            <a:pPr lvl="1"/>
            <a:r>
              <a:rPr lang="en-US" dirty="0"/>
              <a:t>Withdraw Loan Request</a:t>
            </a:r>
          </a:p>
          <a:p>
            <a:endParaRPr lang="en-US" dirty="0"/>
          </a:p>
          <a:p>
            <a:endParaRPr lang="en-US" dirty="0"/>
          </a:p>
        </p:txBody>
      </p:sp>
    </p:spTree>
    <p:extLst>
      <p:ext uri="{BB962C8B-B14F-4D97-AF65-F5344CB8AC3E}">
        <p14:creationId xmlns:p14="http://schemas.microsoft.com/office/powerpoint/2010/main" val="17231089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7" name="Picture 36"/>
          <p:cNvPicPr>
            <a:picLocks noChangeAspect="1" noChangeArrowheads="1"/>
          </p:cNvPicPr>
          <p:nvPr/>
        </p:nvPicPr>
        <p:blipFill>
          <a:blip r:embed="rId3" cstate="print"/>
          <a:srcRect/>
          <a:stretch>
            <a:fillRect/>
          </a:stretch>
        </p:blipFill>
        <p:spPr bwMode="auto">
          <a:xfrm>
            <a:off x="4130962" y="1904682"/>
            <a:ext cx="7772400" cy="4313238"/>
          </a:xfrm>
          <a:prstGeom prst="rect">
            <a:avLst/>
          </a:prstGeom>
          <a:noFill/>
          <a:ln w="9525">
            <a:noFill/>
            <a:miter lim="800000"/>
            <a:headEnd/>
            <a:tailEnd/>
          </a:ln>
        </p:spPr>
      </p:pic>
      <p:sp>
        <p:nvSpPr>
          <p:cNvPr id="5"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Petri Nets Example of Book Loan</a:t>
            </a:r>
          </a:p>
        </p:txBody>
      </p:sp>
      <p:sp>
        <p:nvSpPr>
          <p:cNvPr id="47108" name="Rectangle 37"/>
          <p:cNvSpPr>
            <a:spLocks noGrp="1" noChangeArrowheads="1"/>
          </p:cNvSpPr>
          <p:nvPr>
            <p:ph idx="1"/>
          </p:nvPr>
        </p:nvSpPr>
        <p:spPr>
          <a:xfrm>
            <a:off x="427064" y="2011680"/>
            <a:ext cx="9784080" cy="4206240"/>
          </a:xfrm>
        </p:spPr>
        <p:txBody>
          <a:bodyPr/>
          <a:lstStyle/>
          <a:p>
            <a:pPr eaLnBrk="1" hangingPunct="1"/>
            <a:r>
              <a:rPr lang="en-US" dirty="0"/>
              <a:t>Firing Transition</a:t>
            </a:r>
          </a:p>
          <a:p>
            <a:pPr lvl="1"/>
            <a:r>
              <a:rPr lang="en-US" dirty="0"/>
              <a:t>Return</a:t>
            </a:r>
          </a:p>
          <a:p>
            <a:r>
              <a:rPr lang="en-US" dirty="0"/>
              <a:t>Tokens removed</a:t>
            </a:r>
          </a:p>
          <a:p>
            <a:pPr lvl="1"/>
            <a:r>
              <a:rPr lang="en-US" dirty="0"/>
              <a:t>Return Request</a:t>
            </a:r>
          </a:p>
          <a:p>
            <a:pPr lvl="1"/>
            <a:r>
              <a:rPr lang="en-US" dirty="0" err="1"/>
              <a:t>OnLoan</a:t>
            </a:r>
            <a:endParaRPr lang="en-US" dirty="0"/>
          </a:p>
          <a:p>
            <a:r>
              <a:rPr lang="en-US" dirty="0"/>
              <a:t>Tokens inserted</a:t>
            </a:r>
          </a:p>
          <a:p>
            <a:pPr lvl="1"/>
            <a:r>
              <a:rPr lang="en-US" dirty="0"/>
              <a:t>Avail</a:t>
            </a:r>
          </a:p>
          <a:p>
            <a:endParaRPr lang="en-US" dirty="0"/>
          </a:p>
          <a:p>
            <a:endParaRPr lang="en-US" dirty="0"/>
          </a:p>
        </p:txBody>
      </p:sp>
      <p:sp>
        <p:nvSpPr>
          <p:cNvPr id="2" name="Oval 1">
            <a:extLst>
              <a:ext uri="{FF2B5EF4-FFF2-40B4-BE49-F238E27FC236}">
                <a16:creationId xmlns:a16="http://schemas.microsoft.com/office/drawing/2014/main" id="{58D4589B-7464-BE88-83BF-AB568EAF08C6}"/>
              </a:ext>
            </a:extLst>
          </p:cNvPr>
          <p:cNvSpPr/>
          <p:nvPr/>
        </p:nvSpPr>
        <p:spPr>
          <a:xfrm>
            <a:off x="7835746" y="2401451"/>
            <a:ext cx="126000" cy="126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a:p>
        </p:txBody>
      </p:sp>
      <p:sp>
        <p:nvSpPr>
          <p:cNvPr id="3" name="Oval 2">
            <a:extLst>
              <a:ext uri="{FF2B5EF4-FFF2-40B4-BE49-F238E27FC236}">
                <a16:creationId xmlns:a16="http://schemas.microsoft.com/office/drawing/2014/main" id="{851CE2F1-8D0E-32DC-AC0E-CDA6BA8AEA50}"/>
              </a:ext>
            </a:extLst>
          </p:cNvPr>
          <p:cNvSpPr/>
          <p:nvPr/>
        </p:nvSpPr>
        <p:spPr>
          <a:xfrm>
            <a:off x="7778191" y="4799290"/>
            <a:ext cx="262890" cy="217058"/>
          </a:xfrm>
          <a:prstGeom prst="ellipse">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a:p>
        </p:txBody>
      </p:sp>
      <p:sp>
        <p:nvSpPr>
          <p:cNvPr id="4" name="Oval 3">
            <a:extLst>
              <a:ext uri="{FF2B5EF4-FFF2-40B4-BE49-F238E27FC236}">
                <a16:creationId xmlns:a16="http://schemas.microsoft.com/office/drawing/2014/main" id="{C2700860-29FC-2862-9DE2-30C906B919B1}"/>
              </a:ext>
            </a:extLst>
          </p:cNvPr>
          <p:cNvSpPr/>
          <p:nvPr/>
        </p:nvSpPr>
        <p:spPr>
          <a:xfrm>
            <a:off x="10116643" y="4443690"/>
            <a:ext cx="262890" cy="217058"/>
          </a:xfrm>
          <a:prstGeom prst="ellipse">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166760313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Petri Nets High level Example </a:t>
            </a:r>
          </a:p>
        </p:txBody>
      </p:sp>
      <p:sp>
        <p:nvSpPr>
          <p:cNvPr id="48131"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a:t>A high level Petri net specification for the library problem</a:t>
            </a:r>
          </a:p>
        </p:txBody>
      </p:sp>
      <p:pic>
        <p:nvPicPr>
          <p:cNvPr id="48132" name="Picture 89"/>
          <p:cNvPicPr>
            <a:picLocks noChangeAspect="1" noChangeArrowheads="1"/>
          </p:cNvPicPr>
          <p:nvPr/>
        </p:nvPicPr>
        <p:blipFill>
          <a:blip r:embed="rId3" cstate="print"/>
          <a:srcRect/>
          <a:stretch>
            <a:fillRect/>
          </a:stretch>
        </p:blipFill>
        <p:spPr bwMode="auto">
          <a:xfrm>
            <a:off x="2743201" y="1828801"/>
            <a:ext cx="6519863" cy="4283075"/>
          </a:xfrm>
          <a:prstGeom prst="rect">
            <a:avLst/>
          </a:prstGeom>
          <a:noFill/>
          <a:ln w="9525">
            <a:noFill/>
            <a:miter lim="800000"/>
            <a:headEnd/>
            <a:tailEnd/>
          </a:ln>
        </p:spPr>
      </p:pic>
    </p:spTree>
    <p:extLst>
      <p:ext uri="{BB962C8B-B14F-4D97-AF65-F5344CB8AC3E}">
        <p14:creationId xmlns:p14="http://schemas.microsoft.com/office/powerpoint/2010/main" val="297464021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Event Traces</a:t>
            </a:r>
          </a:p>
        </p:txBody>
      </p:sp>
      <p:sp>
        <p:nvSpPr>
          <p:cNvPr id="28675"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A graphical description of a sequence of events that are exchanged between real-world entities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i="1"/>
              <a:t>Vertical line</a:t>
            </a:r>
            <a:r>
              <a:rPr lang="en-GB"/>
              <a:t>: the timeline of distinct entity, whose name appear at the top of the line</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i="1"/>
              <a:t>Horizontal line</a:t>
            </a:r>
            <a:r>
              <a:rPr lang="en-GB"/>
              <a:t>: an event or interaction between the two entities bounding the line</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Time progresses from top to bottom</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Each graph depicts a single trace, representing one of several possible behaviors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Traces have a semantic that is relatively precise, simple and easy to understand</a:t>
            </a:r>
          </a:p>
        </p:txBody>
      </p:sp>
    </p:spTree>
    <p:extLst>
      <p:ext uri="{BB962C8B-B14F-4D97-AF65-F5344CB8AC3E}">
        <p14:creationId xmlns:p14="http://schemas.microsoft.com/office/powerpoint/2010/main" val="68852079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Event Traces</a:t>
            </a:r>
          </a:p>
        </p:txBody>
      </p:sp>
      <p:sp>
        <p:nvSpPr>
          <p:cNvPr id="29699"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Graphical representation of two traces for the turnstile problem</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trace on the left represents typical behavior</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trace on the right shows exceptional behavior</a:t>
            </a:r>
          </a:p>
        </p:txBody>
      </p:sp>
      <p:pic>
        <p:nvPicPr>
          <p:cNvPr id="29700" name="Picture 64"/>
          <p:cNvPicPr>
            <a:picLocks noChangeAspect="1" noChangeArrowheads="1"/>
          </p:cNvPicPr>
          <p:nvPr/>
        </p:nvPicPr>
        <p:blipFill>
          <a:blip r:embed="rId3" cstate="print"/>
          <a:srcRect/>
          <a:stretch>
            <a:fillRect/>
          </a:stretch>
        </p:blipFill>
        <p:spPr bwMode="auto">
          <a:xfrm>
            <a:off x="3429000" y="3200400"/>
            <a:ext cx="5562600" cy="2967038"/>
          </a:xfrm>
          <a:prstGeom prst="rect">
            <a:avLst/>
          </a:prstGeom>
          <a:noFill/>
          <a:ln w="9525">
            <a:noFill/>
            <a:miter lim="800000"/>
            <a:headEnd/>
            <a:tailEnd/>
          </a:ln>
        </p:spPr>
      </p:pic>
    </p:spTree>
    <p:extLst>
      <p:ext uri="{BB962C8B-B14F-4D97-AF65-F5344CB8AC3E}">
        <p14:creationId xmlns:p14="http://schemas.microsoft.com/office/powerpoint/2010/main" val="47146381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Event Traces: Message Sequence Charts</a:t>
            </a:r>
          </a:p>
        </p:txBody>
      </p:sp>
      <p:sp>
        <p:nvSpPr>
          <p:cNvPr id="30723"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An enhanced event-trace notation, with facilities for creating and destroying entities, specifiying actions and timers, and composing traces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i="1"/>
              <a:t>Vertical line</a:t>
            </a:r>
            <a:r>
              <a:rPr lang="en-GB"/>
              <a:t> represents a participating entity</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i="1"/>
              <a:t>A message</a:t>
            </a:r>
            <a:r>
              <a:rPr lang="en-GB"/>
              <a:t> is depicted as an arrow from the sending entity to the receiving entity</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i="1"/>
              <a:t>Actions</a:t>
            </a:r>
            <a:r>
              <a:rPr lang="en-GB"/>
              <a:t> are specified as labeled rectangles positioned on an entity's execution line</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i="1"/>
              <a:t>Conditions</a:t>
            </a:r>
            <a:r>
              <a:rPr lang="en-GB"/>
              <a:t> are important states in an entity's evolution, represented as labeled hexagon</a:t>
            </a:r>
          </a:p>
        </p:txBody>
      </p:sp>
    </p:spTree>
    <p:extLst>
      <p:ext uri="{BB962C8B-B14F-4D97-AF65-F5344CB8AC3E}">
        <p14:creationId xmlns:p14="http://schemas.microsoft.com/office/powerpoint/2010/main" val="107122710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Event Traces: Message Sequence Charts</a:t>
            </a:r>
          </a:p>
        </p:txBody>
      </p:sp>
      <p:sp>
        <p:nvSpPr>
          <p:cNvPr id="31747"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a:t>Message sequence chart for library loan transaction</a:t>
            </a:r>
          </a:p>
        </p:txBody>
      </p:sp>
      <p:pic>
        <p:nvPicPr>
          <p:cNvPr id="31748" name="Picture 55"/>
          <p:cNvPicPr>
            <a:picLocks noChangeAspect="1" noChangeArrowheads="1"/>
          </p:cNvPicPr>
          <p:nvPr/>
        </p:nvPicPr>
        <p:blipFill>
          <a:blip r:embed="rId3" cstate="print"/>
          <a:srcRect/>
          <a:stretch>
            <a:fillRect/>
          </a:stretch>
        </p:blipFill>
        <p:spPr bwMode="auto">
          <a:xfrm>
            <a:off x="3276600" y="1981200"/>
            <a:ext cx="5638800" cy="4070350"/>
          </a:xfrm>
          <a:prstGeom prst="rect">
            <a:avLst/>
          </a:prstGeom>
          <a:noFill/>
          <a:ln w="9525">
            <a:noFill/>
            <a:miter lim="800000"/>
            <a:headEnd/>
            <a:tailEnd/>
          </a:ln>
        </p:spPr>
      </p:pic>
    </p:spTree>
    <p:extLst>
      <p:ext uri="{BB962C8B-B14F-4D97-AF65-F5344CB8AC3E}">
        <p14:creationId xmlns:p14="http://schemas.microsoft.com/office/powerpoint/2010/main" val="55252168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Entity-Relationship Diagrams</a:t>
            </a:r>
          </a:p>
        </p:txBody>
      </p:sp>
      <p:sp>
        <p:nvSpPr>
          <p:cNvPr id="22531"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A popular graphical notational paradigm for representing conceptual models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Has three core constructs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An </a:t>
            </a:r>
            <a:r>
              <a:rPr lang="en-GB" i="1"/>
              <a:t>entity</a:t>
            </a:r>
            <a:r>
              <a:rPr lang="en-GB"/>
              <a:t>: depicted as a rectangle, represents a collection of real-world objects that have common properties and behaviors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A </a:t>
            </a:r>
            <a:r>
              <a:rPr lang="en-GB" i="1"/>
              <a:t>relationship</a:t>
            </a:r>
            <a:r>
              <a:rPr lang="en-GB"/>
              <a:t>: depicted as an edge between two entities, with diamond in the middle of the edge specifying the type of relationship</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An </a:t>
            </a:r>
            <a:r>
              <a:rPr lang="en-GB" i="1"/>
              <a:t>attribute</a:t>
            </a:r>
            <a:r>
              <a:rPr lang="en-GB"/>
              <a:t>: an annotation on an entity that describes data or properties associated with the entity</a:t>
            </a:r>
          </a:p>
        </p:txBody>
      </p:sp>
    </p:spTree>
    <p:extLst>
      <p:ext uri="{BB962C8B-B14F-4D97-AF65-F5344CB8AC3E}">
        <p14:creationId xmlns:p14="http://schemas.microsoft.com/office/powerpoint/2010/main" val="414748891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Entity-Relationship Diagrams</a:t>
            </a:r>
          </a:p>
        </p:txBody>
      </p:sp>
      <p:sp>
        <p:nvSpPr>
          <p:cNvPr id="23555"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Entity diagram of turnstile problem</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dirty="0"/>
          </a:p>
        </p:txBody>
      </p:sp>
      <p:pic>
        <p:nvPicPr>
          <p:cNvPr id="23556" name="Picture 89"/>
          <p:cNvPicPr>
            <a:picLocks noChangeAspect="1" noChangeArrowheads="1"/>
          </p:cNvPicPr>
          <p:nvPr/>
        </p:nvPicPr>
        <p:blipFill>
          <a:blip r:embed="rId3" cstate="print"/>
          <a:srcRect/>
          <a:stretch>
            <a:fillRect/>
          </a:stretch>
        </p:blipFill>
        <p:spPr bwMode="auto">
          <a:xfrm>
            <a:off x="2739777" y="2522321"/>
            <a:ext cx="6710363" cy="3900488"/>
          </a:xfrm>
          <a:prstGeom prst="rect">
            <a:avLst/>
          </a:prstGeom>
          <a:noFill/>
          <a:ln w="9525">
            <a:noFill/>
            <a:miter lim="800000"/>
            <a:headEnd/>
            <a:tailEnd/>
          </a:ln>
        </p:spPr>
      </p:pic>
    </p:spTree>
    <p:extLst>
      <p:ext uri="{BB962C8B-B14F-4D97-AF65-F5344CB8AC3E}">
        <p14:creationId xmlns:p14="http://schemas.microsoft.com/office/powerpoint/2010/main" val="348198852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Entity-Relationship Diagrams</a:t>
            </a:r>
          </a:p>
        </p:txBody>
      </p:sp>
      <p:sp>
        <p:nvSpPr>
          <p:cNvPr id="23555"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Entity diagram of turnstile problem (with Cardinality)</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dirty="0"/>
          </a:p>
        </p:txBody>
      </p:sp>
      <p:pic>
        <p:nvPicPr>
          <p:cNvPr id="3" name="Picture 2">
            <a:extLst>
              <a:ext uri="{FF2B5EF4-FFF2-40B4-BE49-F238E27FC236}">
                <a16:creationId xmlns:a16="http://schemas.microsoft.com/office/drawing/2014/main" id="{AD0ACBED-90B3-C714-62AF-9F28D3308DA4}"/>
              </a:ext>
            </a:extLst>
          </p:cNvPr>
          <p:cNvPicPr>
            <a:picLocks noChangeAspect="1"/>
          </p:cNvPicPr>
          <p:nvPr/>
        </p:nvPicPr>
        <p:blipFill>
          <a:blip r:embed="rId3"/>
          <a:stretch>
            <a:fillRect/>
          </a:stretch>
        </p:blipFill>
        <p:spPr>
          <a:xfrm>
            <a:off x="1909325" y="2672237"/>
            <a:ext cx="8371268" cy="3300919"/>
          </a:xfrm>
          <a:prstGeom prst="rect">
            <a:avLst/>
          </a:prstGeom>
        </p:spPr>
      </p:pic>
    </p:spTree>
    <p:extLst>
      <p:ext uri="{BB962C8B-B14F-4D97-AF65-F5344CB8AC3E}">
        <p14:creationId xmlns:p14="http://schemas.microsoft.com/office/powerpoint/2010/main" val="261182163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A78C11-6830-442C-BD0C-E7B38BC6C5F2}"/>
              </a:ext>
            </a:extLst>
          </p:cNvPr>
          <p:cNvPicPr>
            <a:picLocks noChangeAspect="1"/>
          </p:cNvPicPr>
          <p:nvPr/>
        </p:nvPicPr>
        <p:blipFill rotWithShape="1">
          <a:blip r:embed="rId2"/>
          <a:srcRect l="41939" t="24652" r="22998" b="12925"/>
          <a:stretch/>
        </p:blipFill>
        <p:spPr>
          <a:xfrm>
            <a:off x="7417838" y="2684658"/>
            <a:ext cx="4096137" cy="4101817"/>
          </a:xfrm>
          <a:prstGeom prst="rect">
            <a:avLst/>
          </a:prstGeom>
        </p:spPr>
      </p:pic>
      <p:sp>
        <p:nvSpPr>
          <p:cNvPr id="2" name="Title 1">
            <a:extLst>
              <a:ext uri="{FF2B5EF4-FFF2-40B4-BE49-F238E27FC236}">
                <a16:creationId xmlns:a16="http://schemas.microsoft.com/office/drawing/2014/main" id="{4ABAF743-E279-401F-9A9E-0A6E03F486D4}"/>
              </a:ext>
            </a:extLst>
          </p:cNvPr>
          <p:cNvSpPr>
            <a:spLocks noGrp="1"/>
          </p:cNvSpPr>
          <p:nvPr>
            <p:ph type="title"/>
          </p:nvPr>
        </p:nvSpPr>
        <p:spPr/>
        <p:txBody>
          <a:bodyPr/>
          <a:lstStyle/>
          <a:p>
            <a:r>
              <a:rPr lang="en-US" dirty="0"/>
              <a:t>Entity Relation Diagram</a:t>
            </a:r>
            <a:endParaRPr lang="en-PK" dirty="0"/>
          </a:p>
        </p:txBody>
      </p:sp>
      <p:sp>
        <p:nvSpPr>
          <p:cNvPr id="10" name="Content Placeholder 9">
            <a:extLst>
              <a:ext uri="{FF2B5EF4-FFF2-40B4-BE49-F238E27FC236}">
                <a16:creationId xmlns:a16="http://schemas.microsoft.com/office/drawing/2014/main" id="{A454BD7B-A471-48B4-903F-C0BBD0CFA34A}"/>
              </a:ext>
            </a:extLst>
          </p:cNvPr>
          <p:cNvSpPr>
            <a:spLocks noGrp="1"/>
          </p:cNvSpPr>
          <p:nvPr>
            <p:ph idx="1"/>
          </p:nvPr>
        </p:nvSpPr>
        <p:spPr>
          <a:xfrm>
            <a:off x="838200" y="1727200"/>
            <a:ext cx="11039669" cy="4505648"/>
          </a:xfrm>
        </p:spPr>
        <p:txBody>
          <a:bodyPr>
            <a:normAutofit/>
          </a:bodyPr>
          <a:lstStyle/>
          <a:p>
            <a:pPr algn="l"/>
            <a:r>
              <a:rPr lang="en-US" b="1" i="0" dirty="0">
                <a:solidFill>
                  <a:srgbClr val="282C33"/>
                </a:solidFill>
                <a:effectLst/>
                <a:latin typeface="Graphik"/>
              </a:rPr>
              <a:t>Cardinality: </a:t>
            </a:r>
            <a:r>
              <a:rPr lang="en-US" b="0" i="0" dirty="0">
                <a:solidFill>
                  <a:srgbClr val="282C33"/>
                </a:solidFill>
                <a:effectLst/>
                <a:latin typeface="Graphik"/>
              </a:rPr>
              <a:t>Defines the numerical attributes of the relationship between two entities or entity sets. </a:t>
            </a:r>
          </a:p>
          <a:p>
            <a:pPr algn="l"/>
            <a:r>
              <a:rPr lang="en-US" b="0" i="0" dirty="0">
                <a:solidFill>
                  <a:srgbClr val="282C33"/>
                </a:solidFill>
                <a:effectLst/>
                <a:latin typeface="Graphik"/>
              </a:rPr>
              <a:t>The three main cardinal relationships are one-to-one, one-to-many, and many-many.</a:t>
            </a:r>
          </a:p>
          <a:p>
            <a:endParaRPr lang="en-PK" dirty="0"/>
          </a:p>
        </p:txBody>
      </p:sp>
      <p:pic>
        <p:nvPicPr>
          <p:cNvPr id="7" name="Picture 6">
            <a:extLst>
              <a:ext uri="{FF2B5EF4-FFF2-40B4-BE49-F238E27FC236}">
                <a16:creationId xmlns:a16="http://schemas.microsoft.com/office/drawing/2014/main" id="{F5E9D4B1-1ED5-42AB-B8C1-7F0EBEBE5442}"/>
              </a:ext>
            </a:extLst>
          </p:cNvPr>
          <p:cNvPicPr>
            <a:picLocks noChangeAspect="1"/>
          </p:cNvPicPr>
          <p:nvPr/>
        </p:nvPicPr>
        <p:blipFill rotWithShape="1">
          <a:blip r:embed="rId3"/>
          <a:srcRect l="41250" t="37823" r="12984" b="19456"/>
          <a:stretch/>
        </p:blipFill>
        <p:spPr>
          <a:xfrm>
            <a:off x="813319" y="3303036"/>
            <a:ext cx="5579706" cy="2929812"/>
          </a:xfrm>
          <a:prstGeom prst="rect">
            <a:avLst/>
          </a:prstGeom>
        </p:spPr>
      </p:pic>
      <p:sp>
        <p:nvSpPr>
          <p:cNvPr id="11" name="TextBox 10">
            <a:extLst>
              <a:ext uri="{FF2B5EF4-FFF2-40B4-BE49-F238E27FC236}">
                <a16:creationId xmlns:a16="http://schemas.microsoft.com/office/drawing/2014/main" id="{5149ABE6-95BE-4705-95ED-51800D3BCD91}"/>
              </a:ext>
            </a:extLst>
          </p:cNvPr>
          <p:cNvSpPr txBox="1"/>
          <p:nvPr/>
        </p:nvSpPr>
        <p:spPr>
          <a:xfrm>
            <a:off x="1080019" y="6123543"/>
            <a:ext cx="5015981" cy="369332"/>
          </a:xfrm>
          <a:prstGeom prst="rect">
            <a:avLst/>
          </a:prstGeom>
          <a:noFill/>
        </p:spPr>
        <p:txBody>
          <a:bodyPr wrap="square">
            <a:spAutoFit/>
          </a:bodyPr>
          <a:lstStyle/>
          <a:p>
            <a:pPr algn="l"/>
            <a:r>
              <a:rPr lang="en-US" b="1" i="0" dirty="0">
                <a:solidFill>
                  <a:srgbClr val="282C33"/>
                </a:solidFill>
                <a:effectLst/>
                <a:latin typeface="Graphik"/>
              </a:rPr>
              <a:t>Crow’s Foot/Martin/Information Engineering style</a:t>
            </a:r>
          </a:p>
        </p:txBody>
      </p:sp>
      <p:sp>
        <p:nvSpPr>
          <p:cNvPr id="12" name="TextBox 11">
            <a:extLst>
              <a:ext uri="{FF2B5EF4-FFF2-40B4-BE49-F238E27FC236}">
                <a16:creationId xmlns:a16="http://schemas.microsoft.com/office/drawing/2014/main" id="{A1EDFC12-840F-4F76-8233-36489C028B42}"/>
              </a:ext>
            </a:extLst>
          </p:cNvPr>
          <p:cNvSpPr txBox="1"/>
          <p:nvPr/>
        </p:nvSpPr>
        <p:spPr>
          <a:xfrm rot="16200000">
            <a:off x="6293981" y="4178077"/>
            <a:ext cx="2166257" cy="646331"/>
          </a:xfrm>
          <a:prstGeom prst="rect">
            <a:avLst/>
          </a:prstGeom>
          <a:noFill/>
        </p:spPr>
        <p:txBody>
          <a:bodyPr wrap="square">
            <a:spAutoFit/>
          </a:bodyPr>
          <a:lstStyle/>
          <a:p>
            <a:r>
              <a:rPr lang="en-US" b="1" i="0" dirty="0">
                <a:solidFill>
                  <a:srgbClr val="282C33"/>
                </a:solidFill>
                <a:effectLst/>
                <a:latin typeface="Graphik"/>
              </a:rPr>
              <a:t>Chen notation style</a:t>
            </a:r>
            <a:br>
              <a:rPr lang="en-US" dirty="0"/>
            </a:br>
            <a:endParaRPr lang="en-PK" dirty="0"/>
          </a:p>
        </p:txBody>
      </p:sp>
    </p:spTree>
    <p:extLst>
      <p:ext uri="{BB962C8B-B14F-4D97-AF65-F5344CB8AC3E}">
        <p14:creationId xmlns:p14="http://schemas.microsoft.com/office/powerpoint/2010/main" val="166463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Entity-Relationship Diagrams</a:t>
            </a:r>
          </a:p>
        </p:txBody>
      </p:sp>
      <p:sp>
        <p:nvSpPr>
          <p:cNvPr id="24579"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ER diagrams are popular because</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they provide an overview of the problem to be addressed</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the view is relatively stable when changes are made to the problem's requirements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ER diagram is likely to be used to model a problem early in the requirements process</a:t>
            </a:r>
          </a:p>
        </p:txBody>
      </p:sp>
    </p:spTree>
    <p:extLst>
      <p:ext uri="{BB962C8B-B14F-4D97-AF65-F5344CB8AC3E}">
        <p14:creationId xmlns:p14="http://schemas.microsoft.com/office/powerpoint/2010/main" val="52895554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6BDD4C5-E2AC-4B17-8A14-0175DC05E9E6}"/>
              </a:ext>
            </a:extLst>
          </p:cNvPr>
          <p:cNvSpPr>
            <a:spLocks noGrp="1" noChangeArrowheads="1"/>
          </p:cNvSpPr>
          <p:nvPr>
            <p:ph type="title"/>
          </p:nvPr>
        </p:nvSpPr>
        <p:spPr/>
        <p:txBody>
          <a:bodyPr/>
          <a:lstStyle/>
          <a:p>
            <a:r>
              <a:rPr lang="en-US" altLang="zh-CN" sz="3600"/>
              <a:t>What is UML and Why we use UML?</a:t>
            </a:r>
          </a:p>
        </p:txBody>
      </p:sp>
      <p:sp>
        <p:nvSpPr>
          <p:cNvPr id="7171" name="Rectangle 3">
            <a:extLst>
              <a:ext uri="{FF2B5EF4-FFF2-40B4-BE49-F238E27FC236}">
                <a16:creationId xmlns:a16="http://schemas.microsoft.com/office/drawing/2014/main" id="{688813FB-8AB9-4B7A-811E-F055C3FA9E4E}"/>
              </a:ext>
            </a:extLst>
          </p:cNvPr>
          <p:cNvSpPr>
            <a:spLocks noGrp="1" noChangeArrowheads="1"/>
          </p:cNvSpPr>
          <p:nvPr>
            <p:ph idx="1"/>
          </p:nvPr>
        </p:nvSpPr>
        <p:spPr bwMode="auto"/>
        <p:txBody>
          <a:bodyPr wrap="square" numCol="1" anchor="t" anchorCtr="0" compatLnSpc="1">
            <a:prstTxWarp prst="textNoShape">
              <a:avLst/>
            </a:prstTxWarp>
          </a:bodyPr>
          <a:lstStyle/>
          <a:p>
            <a:pPr>
              <a:buFont typeface="Wingdings" panose="05000000000000000000" pitchFamily="2" charset="2"/>
              <a:buChar char="§"/>
            </a:pPr>
            <a:r>
              <a:rPr lang="en-US" altLang="zh-CN">
                <a:latin typeface="Arial" panose="020B0604020202020204" pitchFamily="34" charset="0"/>
              </a:rPr>
              <a:t>UML </a:t>
            </a:r>
            <a:r>
              <a:rPr lang="en-US" altLang="zh-CN">
                <a:latin typeface="Arial" panose="020B0604020202020204" pitchFamily="34" charset="0"/>
                <a:cs typeface="Arial" panose="020B0604020202020204" pitchFamily="34" charset="0"/>
              </a:rPr>
              <a:t>→</a:t>
            </a:r>
            <a:r>
              <a:rPr lang="en-US" altLang="zh-CN">
                <a:latin typeface="Arial" panose="020B0604020202020204" pitchFamily="34" charset="0"/>
              </a:rPr>
              <a:t> “Unified Modeling Language”</a:t>
            </a:r>
          </a:p>
          <a:p>
            <a:pPr>
              <a:buFont typeface="Wingdings" panose="05000000000000000000" pitchFamily="2" charset="2"/>
              <a:buChar char="Ø"/>
            </a:pPr>
            <a:r>
              <a:rPr lang="en-US" altLang="zh-CN" sz="2400">
                <a:latin typeface="Arial" panose="020B0604020202020204" pitchFamily="34" charset="0"/>
              </a:rPr>
              <a:t>Language: express idea, not a methodology</a:t>
            </a:r>
          </a:p>
          <a:p>
            <a:pPr>
              <a:buFont typeface="Wingdings" panose="05000000000000000000" pitchFamily="2" charset="2"/>
              <a:buChar char="Ø"/>
            </a:pPr>
            <a:endParaRPr lang="en-US" altLang="zh-CN" sz="2400">
              <a:latin typeface="Arial" panose="020B0604020202020204" pitchFamily="34" charset="0"/>
            </a:endParaRPr>
          </a:p>
          <a:p>
            <a:pPr>
              <a:buFont typeface="Wingdings" panose="05000000000000000000" pitchFamily="2" charset="2"/>
              <a:buChar char="Ø"/>
            </a:pPr>
            <a:r>
              <a:rPr lang="en-US" altLang="zh-CN" sz="2400">
                <a:latin typeface="Arial" panose="020B0604020202020204" pitchFamily="34" charset="0"/>
              </a:rPr>
              <a:t>Modeling: Describing a software system at a high level of abstraction</a:t>
            </a:r>
          </a:p>
          <a:p>
            <a:pPr>
              <a:buFont typeface="Wingdings" panose="05000000000000000000" pitchFamily="2" charset="2"/>
              <a:buChar char="Ø"/>
            </a:pPr>
            <a:endParaRPr lang="en-US" altLang="zh-CN" sz="2400">
              <a:latin typeface="Arial" panose="020B0604020202020204" pitchFamily="34" charset="0"/>
            </a:endParaRPr>
          </a:p>
          <a:p>
            <a:pPr>
              <a:buFont typeface="Wingdings" panose="05000000000000000000" pitchFamily="2" charset="2"/>
              <a:buChar char="Ø"/>
            </a:pPr>
            <a:r>
              <a:rPr lang="en-US" altLang="zh-CN" sz="2400">
                <a:latin typeface="Arial" panose="020B0604020202020204" pitchFamily="34" charset="0"/>
              </a:rPr>
              <a:t>Unified: UML has become a world standard</a:t>
            </a:r>
          </a:p>
          <a:p>
            <a:pPr>
              <a:buFont typeface="Wingdings" panose="05000000000000000000" pitchFamily="2" charset="2"/>
              <a:buNone/>
            </a:pPr>
            <a:r>
              <a:rPr lang="en-US" altLang="zh-CN" sz="2000">
                <a:latin typeface="Arial" panose="020B0604020202020204" pitchFamily="34" charset="0"/>
              </a:rPr>
              <a:t>     Object Management Group (OMG): www.omg.org</a:t>
            </a:r>
          </a:p>
          <a:p>
            <a:endParaRPr lang="en-US" altLang="zh-CN" sz="2000">
              <a:latin typeface="Arial" panose="020B0604020202020204" pitchFamily="34" charset="0"/>
            </a:endParaRPr>
          </a:p>
          <a:p>
            <a:endParaRPr lang="zh-CN" altLang="en-US"/>
          </a:p>
        </p:txBody>
      </p:sp>
    </p:spTree>
    <p:extLst>
      <p:ext uri="{BB962C8B-B14F-4D97-AF65-F5344CB8AC3E}">
        <p14:creationId xmlns:p14="http://schemas.microsoft.com/office/powerpoint/2010/main" val="1631919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1392D169-B5A7-4E0A-8245-B70D5B6F6566}"/>
              </a:ext>
            </a:extLst>
          </p:cNvPr>
          <p:cNvSpPr>
            <a:spLocks noGrp="1" noChangeArrowheads="1"/>
          </p:cNvSpPr>
          <p:nvPr>
            <p:ph type="title"/>
          </p:nvPr>
        </p:nvSpPr>
        <p:spPr/>
        <p:txBody>
          <a:bodyPr/>
          <a:lstStyle/>
          <a:p>
            <a:r>
              <a:rPr lang="en-US" altLang="zh-CN" sz="3600"/>
              <a:t>What is UML and Why we use UML?</a:t>
            </a:r>
          </a:p>
        </p:txBody>
      </p:sp>
      <p:sp>
        <p:nvSpPr>
          <p:cNvPr id="9219" name="Rectangle 3">
            <a:extLst>
              <a:ext uri="{FF2B5EF4-FFF2-40B4-BE49-F238E27FC236}">
                <a16:creationId xmlns:a16="http://schemas.microsoft.com/office/drawing/2014/main" id="{5B5602E3-5FBB-4AA1-B553-A5F3FFFA7CEB}"/>
              </a:ext>
            </a:extLst>
          </p:cNvPr>
          <p:cNvSpPr>
            <a:spLocks noGrp="1" noChangeArrowheads="1"/>
          </p:cNvSpPr>
          <p:nvPr>
            <p:ph idx="1"/>
          </p:nvPr>
        </p:nvSpPr>
        <p:spPr bwMode="auto"/>
        <p:txBody>
          <a:bodyPr wrap="square" numCol="1" anchor="t" anchorCtr="0" compatLnSpc="1">
            <a:prstTxWarp prst="textNoShape">
              <a:avLst/>
            </a:prstTxWarp>
          </a:bodyPr>
          <a:lstStyle/>
          <a:p>
            <a:pPr>
              <a:buFont typeface="Wingdings" panose="05000000000000000000" pitchFamily="2" charset="2"/>
              <a:buChar char="§"/>
            </a:pPr>
            <a:r>
              <a:rPr lang="en-US" altLang="zh-CN">
                <a:latin typeface="Arial" panose="020B0604020202020204" pitchFamily="34" charset="0"/>
              </a:rPr>
              <a:t>More description about UML:</a:t>
            </a:r>
          </a:p>
          <a:p>
            <a:pPr>
              <a:buFont typeface="Wingdings" panose="05000000000000000000" pitchFamily="2" charset="2"/>
              <a:buChar char="Ø"/>
            </a:pPr>
            <a:r>
              <a:rPr lang="en-US" altLang="zh-CN" sz="1800">
                <a:latin typeface="Arial" panose="020B0604020202020204" pitchFamily="34" charset="0"/>
              </a:rPr>
              <a:t>It is a industry-standard graphical language for specifying, visualizing, constructing, and documenting the artifacts of software systems</a:t>
            </a:r>
          </a:p>
          <a:p>
            <a:pPr>
              <a:buFont typeface="Wingdings" panose="05000000000000000000" pitchFamily="2" charset="2"/>
              <a:buChar char="Ø"/>
            </a:pPr>
            <a:endParaRPr lang="en-US" altLang="zh-CN" sz="1800">
              <a:latin typeface="Arial" panose="020B0604020202020204" pitchFamily="34" charset="0"/>
            </a:endParaRPr>
          </a:p>
          <a:p>
            <a:pPr>
              <a:buFont typeface="Wingdings" panose="05000000000000000000" pitchFamily="2" charset="2"/>
              <a:buChar char="Ø"/>
            </a:pPr>
            <a:r>
              <a:rPr lang="en-US" altLang="zh-CN" sz="1800">
                <a:latin typeface="Arial" panose="020B0604020202020204" pitchFamily="34" charset="0"/>
              </a:rPr>
              <a:t>The UML uses mostly graphical notations to express the OO analysis and design of software projects.  </a:t>
            </a:r>
          </a:p>
          <a:p>
            <a:pPr>
              <a:buFont typeface="Wingdings" panose="05000000000000000000" pitchFamily="2" charset="2"/>
              <a:buChar char="Ø"/>
            </a:pPr>
            <a:endParaRPr lang="en-US" altLang="zh-CN" sz="1800">
              <a:latin typeface="Arial" panose="020B0604020202020204" pitchFamily="34" charset="0"/>
            </a:endParaRPr>
          </a:p>
          <a:p>
            <a:pPr>
              <a:buFont typeface="Wingdings" panose="05000000000000000000" pitchFamily="2" charset="2"/>
              <a:buChar char="Ø"/>
            </a:pPr>
            <a:r>
              <a:rPr lang="en-US" altLang="zh-CN" sz="1800">
                <a:latin typeface="Arial" panose="020B0604020202020204" pitchFamily="34" charset="0"/>
              </a:rPr>
              <a:t>Simplifies the complex process of software design</a:t>
            </a:r>
          </a:p>
        </p:txBody>
      </p:sp>
    </p:spTree>
    <p:extLst>
      <p:ext uri="{BB962C8B-B14F-4D97-AF65-F5344CB8AC3E}">
        <p14:creationId xmlns:p14="http://schemas.microsoft.com/office/powerpoint/2010/main" val="2045404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9592096-1C8C-4F0F-AB84-7313B4F1373E}"/>
              </a:ext>
            </a:extLst>
          </p:cNvPr>
          <p:cNvSpPr>
            <a:spLocks noGrp="1" noChangeArrowheads="1"/>
          </p:cNvSpPr>
          <p:nvPr>
            <p:ph type="title"/>
          </p:nvPr>
        </p:nvSpPr>
        <p:spPr/>
        <p:txBody>
          <a:bodyPr/>
          <a:lstStyle/>
          <a:p>
            <a:r>
              <a:rPr lang="en-US" altLang="zh-CN" sz="3600"/>
              <a:t>What is UML and Why we use UML?</a:t>
            </a:r>
          </a:p>
        </p:txBody>
      </p:sp>
      <p:sp>
        <p:nvSpPr>
          <p:cNvPr id="11267" name="Rectangle 3">
            <a:extLst>
              <a:ext uri="{FF2B5EF4-FFF2-40B4-BE49-F238E27FC236}">
                <a16:creationId xmlns:a16="http://schemas.microsoft.com/office/drawing/2014/main" id="{F14224CC-F76C-47F9-9DD6-B22A3D6D9409}"/>
              </a:ext>
            </a:extLst>
          </p:cNvPr>
          <p:cNvSpPr>
            <a:spLocks noGrp="1" noChangeArrowheads="1"/>
          </p:cNvSpPr>
          <p:nvPr>
            <p:ph idx="1"/>
          </p:nvPr>
        </p:nvSpPr>
        <p:spPr bwMode="auto"/>
        <p:txBody>
          <a:bodyPr wrap="square" numCol="1" anchor="t" anchorCtr="0" compatLnSpc="1">
            <a:prstTxWarp prst="textNoShape">
              <a:avLst/>
            </a:prstTxWarp>
          </a:bodyPr>
          <a:lstStyle/>
          <a:p>
            <a:pPr>
              <a:buFont typeface="Wingdings" panose="05000000000000000000" pitchFamily="2" charset="2"/>
              <a:buChar char="§"/>
            </a:pPr>
            <a:r>
              <a:rPr lang="en-US" altLang="zh-CN">
                <a:latin typeface="Arial" panose="020B0604020202020204" pitchFamily="34" charset="0"/>
              </a:rPr>
              <a:t>Why we use UML?</a:t>
            </a:r>
          </a:p>
          <a:p>
            <a:pPr>
              <a:buFont typeface="Wingdings" panose="05000000000000000000" pitchFamily="2" charset="2"/>
              <a:buChar char="Ø"/>
            </a:pPr>
            <a:r>
              <a:rPr lang="en-US" altLang="zh-CN" sz="2000">
                <a:latin typeface="Arial" panose="020B0604020202020204" pitchFamily="34" charset="0"/>
              </a:rPr>
              <a:t>Use graphical notation: more clearly than natural language (imprecise) and code (too detailed).</a:t>
            </a:r>
          </a:p>
          <a:p>
            <a:pPr>
              <a:buFont typeface="Wingdings" panose="05000000000000000000" pitchFamily="2" charset="2"/>
              <a:buChar char="Ø"/>
            </a:pPr>
            <a:endParaRPr lang="en-US" altLang="zh-CN" sz="2000">
              <a:latin typeface="Arial" panose="020B0604020202020204" pitchFamily="34" charset="0"/>
            </a:endParaRPr>
          </a:p>
          <a:p>
            <a:pPr>
              <a:buFont typeface="Wingdings" panose="05000000000000000000" pitchFamily="2" charset="2"/>
              <a:buChar char="Ø"/>
            </a:pPr>
            <a:r>
              <a:rPr lang="en-US" altLang="zh-CN" sz="2000">
                <a:latin typeface="Arial" panose="020B0604020202020204" pitchFamily="34" charset="0"/>
              </a:rPr>
              <a:t>Help acquire an overall view of a system.</a:t>
            </a:r>
          </a:p>
          <a:p>
            <a:pPr>
              <a:buFont typeface="Wingdings" panose="05000000000000000000" pitchFamily="2" charset="2"/>
              <a:buChar char="Ø"/>
            </a:pPr>
            <a:endParaRPr lang="en-US" altLang="zh-CN" sz="2000">
              <a:latin typeface="Arial" panose="020B0604020202020204" pitchFamily="34" charset="0"/>
            </a:endParaRPr>
          </a:p>
          <a:p>
            <a:pPr>
              <a:buFont typeface="Wingdings" panose="05000000000000000000" pitchFamily="2" charset="2"/>
              <a:buChar char="Ø"/>
            </a:pPr>
            <a:r>
              <a:rPr lang="en-US" altLang="zh-CN" sz="2000">
                <a:latin typeface="Arial" panose="020B0604020202020204" pitchFamily="34" charset="0"/>
              </a:rPr>
              <a:t>UML is </a:t>
            </a:r>
            <a:r>
              <a:rPr lang="en-US" altLang="zh-CN" sz="2000" i="1">
                <a:latin typeface="Arial" panose="020B0604020202020204" pitchFamily="34" charset="0"/>
              </a:rPr>
              <a:t>not </a:t>
            </a:r>
            <a:r>
              <a:rPr lang="en-US" altLang="zh-CN" sz="2000">
                <a:latin typeface="Arial" panose="020B0604020202020204" pitchFamily="34" charset="0"/>
              </a:rPr>
              <a:t>dependent on any one language or technology.</a:t>
            </a:r>
          </a:p>
          <a:p>
            <a:pPr>
              <a:buFont typeface="Wingdings" panose="05000000000000000000" pitchFamily="2" charset="2"/>
              <a:buChar char="Ø"/>
            </a:pPr>
            <a:endParaRPr lang="en-US" altLang="zh-CN" sz="2000">
              <a:latin typeface="Arial" panose="020B0604020202020204" pitchFamily="34" charset="0"/>
            </a:endParaRPr>
          </a:p>
          <a:p>
            <a:pPr>
              <a:buFont typeface="Wingdings" panose="05000000000000000000" pitchFamily="2" charset="2"/>
              <a:buChar char="Ø"/>
            </a:pPr>
            <a:r>
              <a:rPr lang="en-US" altLang="zh-CN" sz="2000">
                <a:latin typeface="Arial" panose="020B0604020202020204" pitchFamily="34" charset="0"/>
              </a:rPr>
              <a:t>UML moves us from fragmentation</a:t>
            </a:r>
            <a:r>
              <a:rPr lang="en-US" altLang="zh-CN" sz="2000" b="1" i="1">
                <a:latin typeface="Arial" panose="020B0604020202020204" pitchFamily="34" charset="0"/>
              </a:rPr>
              <a:t> </a:t>
            </a:r>
            <a:r>
              <a:rPr lang="en-US" altLang="zh-CN" sz="2000">
                <a:latin typeface="Arial" panose="020B0604020202020204" pitchFamily="34" charset="0"/>
              </a:rPr>
              <a:t>to standardization</a:t>
            </a:r>
            <a:r>
              <a:rPr lang="en-US" altLang="zh-CN" sz="2000" b="1" i="1">
                <a:latin typeface="Arial" panose="020B0604020202020204" pitchFamily="34" charset="0"/>
              </a:rPr>
              <a:t>.</a:t>
            </a:r>
          </a:p>
          <a:p>
            <a:endParaRPr lang="en-US" altLang="zh-CN" sz="2000">
              <a:latin typeface="Arial" panose="020B0604020202020204" pitchFamily="34" charset="0"/>
            </a:endParaRPr>
          </a:p>
        </p:txBody>
      </p:sp>
    </p:spTree>
    <p:extLst>
      <p:ext uri="{BB962C8B-B14F-4D97-AF65-F5344CB8AC3E}">
        <p14:creationId xmlns:p14="http://schemas.microsoft.com/office/powerpoint/2010/main" val="2804758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134F35B-D11D-4ECE-82B1-A7F871441C86}"/>
              </a:ext>
            </a:extLst>
          </p:cNvPr>
          <p:cNvSpPr>
            <a:spLocks noGrp="1"/>
          </p:cNvSpPr>
          <p:nvPr>
            <p:ph type="title"/>
          </p:nvPr>
        </p:nvSpPr>
        <p:spPr/>
        <p:txBody>
          <a:bodyPr/>
          <a:lstStyle/>
          <a:p>
            <a:r>
              <a:rPr lang="en-US" altLang="en-PK"/>
              <a:t>History of UML</a:t>
            </a:r>
          </a:p>
        </p:txBody>
      </p:sp>
      <p:pic>
        <p:nvPicPr>
          <p:cNvPr id="13315" name="Picture 2" descr="UML History">
            <a:extLst>
              <a:ext uri="{FF2B5EF4-FFF2-40B4-BE49-F238E27FC236}">
                <a16:creationId xmlns:a16="http://schemas.microsoft.com/office/drawing/2014/main" id="{CD9FFF00-129B-41F7-A8FD-CB3DF45E151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63150" y="1436283"/>
            <a:ext cx="9463617" cy="4474989"/>
          </a:xfrm>
          <a:noFill/>
          <a:extLst>
            <a:ext uri="{909E8E84-426E-40DD-AFC4-6F175D3DCCD1}">
              <a14:hiddenFill xmlns:a14="http://schemas.microsoft.com/office/drawing/2010/main">
                <a:solidFill>
                  <a:srgbClr val="FFFFFF"/>
                </a:solidFill>
              </a14:hiddenFill>
            </a:ext>
          </a:extLst>
        </p:spPr>
      </p:pic>
      <p:sp>
        <p:nvSpPr>
          <p:cNvPr id="13316" name="Rectangle 3">
            <a:extLst>
              <a:ext uri="{FF2B5EF4-FFF2-40B4-BE49-F238E27FC236}">
                <a16:creationId xmlns:a16="http://schemas.microsoft.com/office/drawing/2014/main" id="{65F4FD49-4726-42CB-A769-9011A2D5878F}"/>
              </a:ext>
            </a:extLst>
          </p:cNvPr>
          <p:cNvSpPr>
            <a:spLocks noChangeArrowheads="1"/>
          </p:cNvSpPr>
          <p:nvPr/>
        </p:nvSpPr>
        <p:spPr bwMode="auto">
          <a:xfrm>
            <a:off x="1676400" y="6172201"/>
            <a:ext cx="8839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PK" sz="1400">
                <a:hlinkClick r:id="rId3"/>
              </a:rPr>
              <a:t>https://www.visual-paradigm.com/guide/uml-unified-modeling-language/what-is-uml/</a:t>
            </a:r>
            <a:endParaRPr lang="en-US" altLang="en-PK" sz="1400"/>
          </a:p>
        </p:txBody>
      </p:sp>
    </p:spTree>
    <p:extLst>
      <p:ext uri="{BB962C8B-B14F-4D97-AF65-F5344CB8AC3E}">
        <p14:creationId xmlns:p14="http://schemas.microsoft.com/office/powerpoint/2010/main" val="1464226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7F7BB90-721C-478D-9BC5-9C94838D43A5}"/>
              </a:ext>
            </a:extLst>
          </p:cNvPr>
          <p:cNvSpPr>
            <a:spLocks noChangeArrowheads="1"/>
          </p:cNvSpPr>
          <p:nvPr/>
        </p:nvSpPr>
        <p:spPr bwMode="auto">
          <a:xfrm>
            <a:off x="1828800" y="6403576"/>
            <a:ext cx="8686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PK" sz="1400" dirty="0">
                <a:hlinkClick r:id="rId3"/>
              </a:rPr>
              <a:t>https://www.visual-paradigm.com/guide/uml-unified-modeling-language/behavior-vs-structural-diagram/</a:t>
            </a:r>
            <a:r>
              <a:rPr lang="en-US" altLang="en-PK" sz="1400" dirty="0"/>
              <a:t> </a:t>
            </a:r>
          </a:p>
        </p:txBody>
      </p:sp>
      <p:pic>
        <p:nvPicPr>
          <p:cNvPr id="2050" name="Picture 2" descr="UML - Behavioral Diagram vs Structural Diagram">
            <a:extLst>
              <a:ext uri="{FF2B5EF4-FFF2-40B4-BE49-F238E27FC236}">
                <a16:creationId xmlns:a16="http://schemas.microsoft.com/office/drawing/2014/main" id="{77FE7879-5042-7233-5A61-77533A085F2C}"/>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306902" y="549664"/>
            <a:ext cx="9578196" cy="5758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513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3B48E75-57AB-45B8-BA11-792B9F632B42}"/>
              </a:ext>
            </a:extLst>
          </p:cNvPr>
          <p:cNvSpPr>
            <a:spLocks noGrp="1" noChangeArrowheads="1"/>
          </p:cNvSpPr>
          <p:nvPr>
            <p:ph type="title"/>
          </p:nvPr>
        </p:nvSpPr>
        <p:spPr/>
        <p:txBody>
          <a:bodyPr/>
          <a:lstStyle/>
          <a:p>
            <a:r>
              <a:rPr lang="en-US" altLang="zh-CN" sz="3200"/>
              <a:t>What UML Modeling tools</a:t>
            </a:r>
            <a:endParaRPr lang="zh-CN" altLang="en-US" sz="3200"/>
          </a:p>
        </p:txBody>
      </p:sp>
      <p:sp>
        <p:nvSpPr>
          <p:cNvPr id="55299" name="Rectangle 3">
            <a:extLst>
              <a:ext uri="{FF2B5EF4-FFF2-40B4-BE49-F238E27FC236}">
                <a16:creationId xmlns:a16="http://schemas.microsoft.com/office/drawing/2014/main" id="{431FA7AB-300C-42DF-967F-5E224B7DA6A4}"/>
              </a:ext>
            </a:extLst>
          </p:cNvPr>
          <p:cNvSpPr>
            <a:spLocks noGrp="1" noChangeArrowheads="1"/>
          </p:cNvSpPr>
          <p:nvPr>
            <p:ph idx="1"/>
          </p:nvPr>
        </p:nvSpPr>
        <p:spPr bwMode="auto"/>
        <p:txBody>
          <a:bodyPr wrap="square" numCol="1" anchor="t" anchorCtr="0" compatLnSpc="1">
            <a:prstTxWarp prst="textNoShape">
              <a:avLst/>
            </a:prstTxWarp>
          </a:bodyPr>
          <a:lstStyle/>
          <a:p>
            <a:r>
              <a:rPr lang="en-US" altLang="zh-CN" sz="1800">
                <a:latin typeface="Arial" panose="020B0604020202020204" pitchFamily="34" charset="0"/>
              </a:rPr>
              <a:t>List of UML tools </a:t>
            </a:r>
            <a:r>
              <a:rPr lang="en-US" altLang="zh-CN" sz="1800">
                <a:latin typeface="Arial" panose="020B0604020202020204" pitchFamily="34" charset="0"/>
                <a:hlinkClick r:id="rId3"/>
              </a:rPr>
              <a:t>http://en.wikipedia.org/wiki/List_of_UML_tools</a:t>
            </a:r>
            <a:endParaRPr lang="en-US" altLang="zh-CN" sz="1800">
              <a:latin typeface="Arial" panose="020B0604020202020204" pitchFamily="34" charset="0"/>
            </a:endParaRPr>
          </a:p>
          <a:p>
            <a:pPr>
              <a:buFont typeface="Wingdings" panose="05000000000000000000" pitchFamily="2" charset="2"/>
              <a:buNone/>
            </a:pPr>
            <a:endParaRPr lang="en-US" altLang="zh-CN" sz="1800">
              <a:latin typeface="Arial" panose="020B0604020202020204" pitchFamily="34" charset="0"/>
            </a:endParaRPr>
          </a:p>
          <a:p>
            <a:r>
              <a:rPr lang="en-US" altLang="zh-CN" sz="1800">
                <a:latin typeface="Arial" panose="020B0604020202020204" pitchFamily="34" charset="0"/>
              </a:rPr>
              <a:t>ArgoUML:  </a:t>
            </a:r>
            <a:r>
              <a:rPr lang="en-US" altLang="zh-CN" sz="1800">
                <a:latin typeface="Arial" panose="020B0604020202020204" pitchFamily="34" charset="0"/>
                <a:hlinkClick r:id="rId4"/>
              </a:rPr>
              <a:t>http://argouml.tigris.org/</a:t>
            </a:r>
            <a:endParaRPr lang="en-US" altLang="zh-CN" sz="1800">
              <a:latin typeface="Arial" panose="020B0604020202020204" pitchFamily="34" charset="0"/>
            </a:endParaRPr>
          </a:p>
          <a:p>
            <a:pPr>
              <a:buFont typeface="Wingdings" panose="05000000000000000000" pitchFamily="2" charset="2"/>
              <a:buNone/>
            </a:pPr>
            <a:endParaRPr lang="en-US" altLang="zh-CN" sz="1800">
              <a:latin typeface="Arial" panose="020B0604020202020204" pitchFamily="34" charset="0"/>
            </a:endParaRPr>
          </a:p>
          <a:p>
            <a:pPr>
              <a:spcBef>
                <a:spcPts val="500"/>
              </a:spcBef>
            </a:pPr>
            <a:r>
              <a:rPr lang="en-GB" altLang="en-PK" sz="1800">
                <a:latin typeface="Arial" panose="020B0604020202020204" pitchFamily="34" charset="0"/>
              </a:rPr>
              <a:t>Rational Rose (</a:t>
            </a:r>
            <a:r>
              <a:rPr lang="en-GB" altLang="en-PK" sz="1800">
                <a:solidFill>
                  <a:srgbClr val="A3C145"/>
                </a:solidFill>
                <a:latin typeface="Arial" panose="020B0604020202020204" pitchFamily="34" charset="0"/>
                <a:hlinkClick r:id="rId5"/>
              </a:rPr>
              <a:t>www.rational.com</a:t>
            </a:r>
            <a:r>
              <a:rPr lang="en-GB" altLang="en-PK" sz="1800">
                <a:latin typeface="Arial" panose="020B0604020202020204" pitchFamily="34" charset="0"/>
              </a:rPr>
              <a:t>) by IBM</a:t>
            </a:r>
          </a:p>
          <a:p>
            <a:pPr>
              <a:spcBef>
                <a:spcPts val="500"/>
              </a:spcBef>
            </a:pPr>
            <a:endParaRPr lang="en-GB" altLang="en-PK" sz="1800">
              <a:latin typeface="Arial" panose="020B0604020202020204" pitchFamily="34" charset="0"/>
            </a:endParaRPr>
          </a:p>
          <a:p>
            <a:pPr>
              <a:spcBef>
                <a:spcPts val="450"/>
              </a:spcBef>
            </a:pPr>
            <a:r>
              <a:rPr lang="en-GB" altLang="en-PK" sz="1800">
                <a:latin typeface="Arial" panose="020B0604020202020204" pitchFamily="34" charset="0"/>
              </a:rPr>
              <a:t>UML Studio ( </a:t>
            </a:r>
            <a:r>
              <a:rPr lang="en-GB" altLang="en-PK" sz="1800">
                <a:solidFill>
                  <a:srgbClr val="A3C145"/>
                </a:solidFill>
                <a:latin typeface="Arial" panose="020B0604020202020204" pitchFamily="34" charset="0"/>
                <a:hlinkClick r:id="rId6"/>
              </a:rPr>
              <a:t>http://www.pragsoft.com/</a:t>
            </a:r>
            <a:r>
              <a:rPr lang="en-GB" altLang="en-PK" sz="1800">
                <a:latin typeface="Arial" panose="020B0604020202020204" pitchFamily="34" charset="0"/>
              </a:rPr>
              <a:t>)  by Pragsoft Corporation:</a:t>
            </a:r>
          </a:p>
          <a:p>
            <a:pPr>
              <a:spcBef>
                <a:spcPts val="450"/>
              </a:spcBef>
            </a:pPr>
            <a:endParaRPr lang="en-GB" altLang="en-PK" sz="1800">
              <a:latin typeface="Arial" panose="020B0604020202020204" pitchFamily="34" charset="0"/>
            </a:endParaRPr>
          </a:p>
          <a:p>
            <a:pPr>
              <a:spcBef>
                <a:spcPts val="500"/>
              </a:spcBef>
            </a:pPr>
            <a:r>
              <a:rPr lang="en-GB" altLang="en-PK" sz="1800">
                <a:latin typeface="Arial" panose="020B0604020202020204" pitchFamily="34" charset="0"/>
              </a:rPr>
              <a:t>TogetherSoft Control Center; TogetherSoft Solo (</a:t>
            </a:r>
            <a:r>
              <a:rPr lang="en-GB" altLang="en-PK" sz="1800">
                <a:solidFill>
                  <a:srgbClr val="A3C145"/>
                </a:solidFill>
                <a:latin typeface="Arial" panose="020B0604020202020204" pitchFamily="34" charset="0"/>
                <a:hlinkClick r:id="rId7"/>
              </a:rPr>
              <a:t>http://www.borland.com/together/index.html</a:t>
            </a:r>
            <a:r>
              <a:rPr lang="en-GB" altLang="en-PK" sz="1800">
                <a:latin typeface="Arial" panose="020B0604020202020204" pitchFamily="34" charset="0"/>
              </a:rPr>
              <a:t>)  by Borland</a:t>
            </a:r>
          </a:p>
          <a:p>
            <a:pPr>
              <a:buFont typeface="Wingdings" panose="05000000000000000000" pitchFamily="2" charset="2"/>
              <a:buNone/>
            </a:pPr>
            <a:endParaRPr lang="en-US" altLang="zh-CN" sz="1800">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Class Diagrams</a:t>
            </a:r>
          </a:p>
        </p:txBody>
      </p:sp>
      <p:sp>
        <p:nvSpPr>
          <p:cNvPr id="25603"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A Class Diagram represents a system in terms of </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i="1" dirty="0"/>
              <a:t>objects</a:t>
            </a:r>
            <a:r>
              <a:rPr lang="en-GB" dirty="0"/>
              <a:t>: akin to entities, organized in classes that have an inheritance hierarchy</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i="1" dirty="0"/>
              <a:t>attributes</a:t>
            </a:r>
            <a:r>
              <a:rPr lang="en-GB" dirty="0"/>
              <a:t>: object's variables or characteristics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i="1" dirty="0"/>
              <a:t>methods</a:t>
            </a:r>
            <a:r>
              <a:rPr lang="en-GB" dirty="0"/>
              <a:t>: actions on the object's variables</a:t>
            </a:r>
          </a:p>
        </p:txBody>
      </p:sp>
    </p:spTree>
    <p:extLst>
      <p:ext uri="{BB962C8B-B14F-4D97-AF65-F5344CB8AC3E}">
        <p14:creationId xmlns:p14="http://schemas.microsoft.com/office/powerpoint/2010/main" val="11964469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Class Diagrams</a:t>
            </a:r>
          </a:p>
        </p:txBody>
      </p:sp>
      <p:pic>
        <p:nvPicPr>
          <p:cNvPr id="1026" name="Picture 2"/>
          <p:cNvPicPr>
            <a:picLocks noChangeAspect="1" noChangeArrowheads="1"/>
          </p:cNvPicPr>
          <p:nvPr/>
        </p:nvPicPr>
        <p:blipFill>
          <a:blip r:embed="rId3" cstate="print"/>
          <a:srcRect/>
          <a:stretch>
            <a:fillRect/>
          </a:stretch>
        </p:blipFill>
        <p:spPr bwMode="auto">
          <a:xfrm>
            <a:off x="4114800" y="2819400"/>
            <a:ext cx="5458760" cy="3338512"/>
          </a:xfrm>
          <a:prstGeom prst="rect">
            <a:avLst/>
          </a:prstGeom>
          <a:noFill/>
          <a:ln w="9525">
            <a:noFill/>
            <a:miter lim="800000"/>
            <a:headEnd/>
            <a:tailEnd/>
          </a:ln>
        </p:spPr>
      </p:pic>
      <p:sp>
        <p:nvSpPr>
          <p:cNvPr id="6" name="Rectangle 5"/>
          <p:cNvSpPr/>
          <p:nvPr/>
        </p:nvSpPr>
        <p:spPr>
          <a:xfrm>
            <a:off x="4114800" y="4572000"/>
            <a:ext cx="11430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flipV="1">
            <a:off x="4724400" y="2590800"/>
            <a:ext cx="8382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715000" y="2286000"/>
            <a:ext cx="1066800" cy="369332"/>
          </a:xfrm>
          <a:prstGeom prst="rect">
            <a:avLst/>
          </a:prstGeom>
          <a:noFill/>
        </p:spPr>
        <p:txBody>
          <a:bodyPr wrap="square" rtlCol="0">
            <a:spAutoFit/>
          </a:bodyPr>
          <a:lstStyle/>
          <a:p>
            <a:r>
              <a:rPr lang="en-US" dirty="0"/>
              <a:t>Class</a:t>
            </a:r>
          </a:p>
        </p:txBody>
      </p:sp>
      <p:cxnSp>
        <p:nvCxnSpPr>
          <p:cNvPr id="11" name="Straight Arrow Connector 10"/>
          <p:cNvCxnSpPr/>
          <p:nvPr/>
        </p:nvCxnSpPr>
        <p:spPr>
          <a:xfrm flipH="1" flipV="1">
            <a:off x="6477000" y="2514600"/>
            <a:ext cx="1143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3886200" y="2438400"/>
            <a:ext cx="533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200400" y="3429000"/>
            <a:ext cx="1066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3276600" y="3962400"/>
            <a:ext cx="914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5105400" y="2057400"/>
            <a:ext cx="11430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419600" y="1764268"/>
            <a:ext cx="1371600" cy="369332"/>
          </a:xfrm>
          <a:prstGeom prst="rect">
            <a:avLst/>
          </a:prstGeom>
          <a:noFill/>
        </p:spPr>
        <p:txBody>
          <a:bodyPr wrap="square" rtlCol="0">
            <a:spAutoFit/>
          </a:bodyPr>
          <a:lstStyle/>
          <a:p>
            <a:r>
              <a:rPr lang="en-US" dirty="0"/>
              <a:t>Association</a:t>
            </a:r>
          </a:p>
        </p:txBody>
      </p:sp>
      <p:sp>
        <p:nvSpPr>
          <p:cNvPr id="24" name="TextBox 23"/>
          <p:cNvSpPr txBox="1"/>
          <p:nvPr/>
        </p:nvSpPr>
        <p:spPr>
          <a:xfrm>
            <a:off x="2819400" y="2057400"/>
            <a:ext cx="1371600" cy="369332"/>
          </a:xfrm>
          <a:prstGeom prst="rect">
            <a:avLst/>
          </a:prstGeom>
          <a:noFill/>
        </p:spPr>
        <p:txBody>
          <a:bodyPr wrap="square" rtlCol="0">
            <a:spAutoFit/>
          </a:bodyPr>
          <a:lstStyle/>
          <a:p>
            <a:r>
              <a:rPr lang="en-US" dirty="0"/>
              <a:t>Class Name</a:t>
            </a:r>
          </a:p>
        </p:txBody>
      </p:sp>
      <p:sp>
        <p:nvSpPr>
          <p:cNvPr id="25" name="TextBox 24"/>
          <p:cNvSpPr txBox="1"/>
          <p:nvPr/>
        </p:nvSpPr>
        <p:spPr>
          <a:xfrm>
            <a:off x="1752600" y="3200400"/>
            <a:ext cx="1371600" cy="369332"/>
          </a:xfrm>
          <a:prstGeom prst="rect">
            <a:avLst/>
          </a:prstGeom>
          <a:noFill/>
        </p:spPr>
        <p:txBody>
          <a:bodyPr wrap="square" rtlCol="0">
            <a:spAutoFit/>
          </a:bodyPr>
          <a:lstStyle/>
          <a:p>
            <a:r>
              <a:rPr lang="en-US" dirty="0"/>
              <a:t>Attributes</a:t>
            </a:r>
          </a:p>
        </p:txBody>
      </p:sp>
      <p:sp>
        <p:nvSpPr>
          <p:cNvPr id="26" name="TextBox 25"/>
          <p:cNvSpPr txBox="1"/>
          <p:nvPr/>
        </p:nvSpPr>
        <p:spPr>
          <a:xfrm>
            <a:off x="1752600" y="3733800"/>
            <a:ext cx="1371600" cy="369332"/>
          </a:xfrm>
          <a:prstGeom prst="rect">
            <a:avLst/>
          </a:prstGeom>
          <a:noFill/>
        </p:spPr>
        <p:txBody>
          <a:bodyPr wrap="square" rtlCol="0">
            <a:spAutoFit/>
          </a:bodyPr>
          <a:lstStyle/>
          <a:p>
            <a:r>
              <a:rPr lang="en-US" dirty="0"/>
              <a:t>Methods</a:t>
            </a:r>
          </a:p>
        </p:txBody>
      </p:sp>
    </p:spTree>
    <p:extLst>
      <p:ext uri="{BB962C8B-B14F-4D97-AF65-F5344CB8AC3E}">
        <p14:creationId xmlns:p14="http://schemas.microsoft.com/office/powerpoint/2010/main" val="261834839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B0ACB4EE-1790-45D4-95B5-902AD3B749EB}"/>
              </a:ext>
            </a:extLst>
          </p:cNvPr>
          <p:cNvSpPr>
            <a:spLocks noGrp="1" noChangeArrowheads="1"/>
          </p:cNvSpPr>
          <p:nvPr>
            <p:ph type="body" sz="half" idx="1"/>
          </p:nvPr>
        </p:nvSpPr>
        <p:spPr bwMode="auto">
          <a:xfrm>
            <a:off x="2706688" y="2017713"/>
            <a:ext cx="7351712" cy="4114800"/>
          </a:xfrm>
        </p:spPr>
        <p:txBody>
          <a:bodyPr wrap="square" numCol="1" anchor="t" anchorCtr="0" compatLnSpc="1">
            <a:prstTxWarp prst="textNoShape">
              <a:avLst/>
            </a:prstTxWarp>
            <a:normAutofit lnSpcReduction="10000"/>
          </a:bodyPr>
          <a:lstStyle/>
          <a:p>
            <a:r>
              <a:rPr lang="en-US" altLang="zh-CN" sz="2000">
                <a:latin typeface="Arial" panose="020B0604020202020204" pitchFamily="34" charset="0"/>
              </a:rPr>
              <a:t>A class diagram depicts classes and their interrelationships</a:t>
            </a:r>
          </a:p>
          <a:p>
            <a:endParaRPr lang="en-US" altLang="zh-CN" sz="2000">
              <a:latin typeface="Arial" panose="020B0604020202020204" pitchFamily="34" charset="0"/>
            </a:endParaRPr>
          </a:p>
          <a:p>
            <a:r>
              <a:rPr lang="en-US" altLang="zh-CN" sz="2000">
                <a:latin typeface="Arial" panose="020B0604020202020204" pitchFamily="34" charset="0"/>
              </a:rPr>
              <a:t>Used for describing </a:t>
            </a:r>
            <a:r>
              <a:rPr lang="en-US" altLang="zh-CN" sz="2000">
                <a:solidFill>
                  <a:schemeClr val="folHlink"/>
                </a:solidFill>
                <a:latin typeface="Arial" panose="020B0604020202020204" pitchFamily="34" charset="0"/>
              </a:rPr>
              <a:t>structure and behavior</a:t>
            </a:r>
            <a:r>
              <a:rPr lang="en-US" altLang="zh-CN" sz="2000">
                <a:latin typeface="Arial" panose="020B0604020202020204" pitchFamily="34" charset="0"/>
              </a:rPr>
              <a:t> in the use cases</a:t>
            </a:r>
          </a:p>
          <a:p>
            <a:endParaRPr lang="en-US" altLang="zh-CN" sz="2000">
              <a:latin typeface="Arial" panose="020B0604020202020204" pitchFamily="34" charset="0"/>
            </a:endParaRPr>
          </a:p>
          <a:p>
            <a:r>
              <a:rPr lang="en-US" altLang="zh-CN" sz="2000">
                <a:latin typeface="Arial" panose="020B0604020202020204" pitchFamily="34" charset="0"/>
              </a:rPr>
              <a:t>Provide a conceptual model of the system in terms of entities and their relationships</a:t>
            </a:r>
          </a:p>
          <a:p>
            <a:endParaRPr lang="en-US" altLang="zh-CN" sz="2000">
              <a:latin typeface="Arial" panose="020B0604020202020204" pitchFamily="34" charset="0"/>
            </a:endParaRPr>
          </a:p>
          <a:p>
            <a:r>
              <a:rPr lang="en-US" altLang="zh-CN" sz="2000">
                <a:latin typeface="Arial" panose="020B0604020202020204" pitchFamily="34" charset="0"/>
              </a:rPr>
              <a:t>Used for requirement capture, end-user interaction</a:t>
            </a:r>
          </a:p>
          <a:p>
            <a:endParaRPr lang="en-US" altLang="zh-CN" sz="2000">
              <a:latin typeface="Arial" panose="020B0604020202020204" pitchFamily="34" charset="0"/>
            </a:endParaRPr>
          </a:p>
          <a:p>
            <a:r>
              <a:rPr lang="en-US" altLang="zh-CN" sz="2000">
                <a:latin typeface="Arial" panose="020B0604020202020204" pitchFamily="34" charset="0"/>
              </a:rPr>
              <a:t>Detailed class diagrams are used for developers</a:t>
            </a:r>
          </a:p>
        </p:txBody>
      </p:sp>
      <p:sp>
        <p:nvSpPr>
          <p:cNvPr id="30723" name="Rectangle 2">
            <a:extLst>
              <a:ext uri="{FF2B5EF4-FFF2-40B4-BE49-F238E27FC236}">
                <a16:creationId xmlns:a16="http://schemas.microsoft.com/office/drawing/2014/main" id="{DD6DA692-7BAD-4D51-881A-36194F340F28}"/>
              </a:ext>
            </a:extLst>
          </p:cNvPr>
          <p:cNvSpPr>
            <a:spLocks noGrp="1" noChangeArrowheads="1"/>
          </p:cNvSpPr>
          <p:nvPr>
            <p:ph type="title"/>
          </p:nvPr>
        </p:nvSpPr>
        <p:spPr>
          <a:xfrm>
            <a:off x="2152650" y="365126"/>
            <a:ext cx="7886700" cy="1325563"/>
          </a:xfrm>
        </p:spPr>
        <p:txBody>
          <a:bodyPr/>
          <a:lstStyle/>
          <a:p>
            <a:r>
              <a:rPr lang="en-US" altLang="zh-CN"/>
              <a:t>Class diagram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291D178-D363-459A-BB19-DBD73EA28923}"/>
              </a:ext>
            </a:extLst>
          </p:cNvPr>
          <p:cNvSpPr>
            <a:spLocks noGrp="1" noChangeArrowheads="1"/>
          </p:cNvSpPr>
          <p:nvPr>
            <p:ph type="title"/>
          </p:nvPr>
        </p:nvSpPr>
        <p:spPr/>
        <p:txBody>
          <a:bodyPr/>
          <a:lstStyle/>
          <a:p>
            <a:r>
              <a:rPr lang="en-US" altLang="zh-CN"/>
              <a:t>Class diagram</a:t>
            </a:r>
          </a:p>
        </p:txBody>
      </p:sp>
      <p:sp>
        <p:nvSpPr>
          <p:cNvPr id="32771" name="Rectangle 3">
            <a:extLst>
              <a:ext uri="{FF2B5EF4-FFF2-40B4-BE49-F238E27FC236}">
                <a16:creationId xmlns:a16="http://schemas.microsoft.com/office/drawing/2014/main" id="{9F930F9D-8EC2-4620-8226-C2B5DADDAE9C}"/>
              </a:ext>
            </a:extLst>
          </p:cNvPr>
          <p:cNvSpPr>
            <a:spLocks noGrp="1" noChangeArrowheads="1"/>
          </p:cNvSpPr>
          <p:nvPr>
            <p:ph idx="1"/>
          </p:nvPr>
        </p:nvSpPr>
        <p:spPr bwMode="auto"/>
        <p:txBody>
          <a:bodyPr wrap="square" numCol="1" anchor="t" anchorCtr="0" compatLnSpc="1">
            <a:prstTxWarp prst="textNoShape">
              <a:avLst/>
            </a:prstTxWarp>
          </a:bodyPr>
          <a:lstStyle/>
          <a:p>
            <a:pPr>
              <a:lnSpc>
                <a:spcPct val="80000"/>
              </a:lnSpc>
            </a:pPr>
            <a:r>
              <a:rPr lang="en-US" altLang="zh-CN" sz="2000"/>
              <a:t>Each class is represented by a rectangle subdivided into three compartments</a:t>
            </a:r>
          </a:p>
          <a:p>
            <a:pPr lvl="1">
              <a:lnSpc>
                <a:spcPct val="80000"/>
              </a:lnSpc>
              <a:buClr>
                <a:schemeClr val="tx1"/>
              </a:buClr>
              <a:buFont typeface="Wingdings" panose="05000000000000000000" pitchFamily="2" charset="2"/>
              <a:buChar char="Ø"/>
            </a:pPr>
            <a:r>
              <a:rPr lang="en-US" altLang="zh-CN"/>
              <a:t>Name</a:t>
            </a:r>
          </a:p>
          <a:p>
            <a:pPr lvl="1">
              <a:lnSpc>
                <a:spcPct val="80000"/>
              </a:lnSpc>
              <a:buClr>
                <a:schemeClr val="tx1"/>
              </a:buClr>
              <a:buFont typeface="Wingdings" panose="05000000000000000000" pitchFamily="2" charset="2"/>
              <a:buChar char="Ø"/>
            </a:pPr>
            <a:r>
              <a:rPr lang="en-US" altLang="zh-CN"/>
              <a:t>Attributes</a:t>
            </a:r>
          </a:p>
          <a:p>
            <a:pPr lvl="1">
              <a:lnSpc>
                <a:spcPct val="80000"/>
              </a:lnSpc>
              <a:buClr>
                <a:schemeClr val="tx1"/>
              </a:buClr>
              <a:buFont typeface="Wingdings" panose="05000000000000000000" pitchFamily="2" charset="2"/>
              <a:buChar char="Ø"/>
            </a:pPr>
            <a:r>
              <a:rPr lang="en-US" altLang="zh-CN"/>
              <a:t>Operations</a:t>
            </a:r>
          </a:p>
          <a:p>
            <a:pPr lvl="1">
              <a:lnSpc>
                <a:spcPct val="80000"/>
              </a:lnSpc>
              <a:buClr>
                <a:schemeClr val="tx1"/>
              </a:buClr>
              <a:buFont typeface="Wingdings" panose="05000000000000000000" pitchFamily="2" charset="2"/>
              <a:buChar char="Ø"/>
            </a:pPr>
            <a:endParaRPr lang="en-US" altLang="zh-CN"/>
          </a:p>
          <a:p>
            <a:pPr>
              <a:lnSpc>
                <a:spcPct val="80000"/>
              </a:lnSpc>
            </a:pPr>
            <a:r>
              <a:rPr lang="en-US" altLang="zh-CN" sz="2000"/>
              <a:t>Modifiers are used to indicate visibility of attributes and operations.</a:t>
            </a:r>
          </a:p>
          <a:p>
            <a:pPr lvl="1">
              <a:lnSpc>
                <a:spcPct val="80000"/>
              </a:lnSpc>
              <a:buClr>
                <a:schemeClr val="tx1"/>
              </a:buClr>
              <a:buFont typeface="Wingdings" panose="05000000000000000000" pitchFamily="2" charset="2"/>
              <a:buChar char="Ø"/>
            </a:pPr>
            <a:r>
              <a:rPr lang="en-US" altLang="zh-CN"/>
              <a:t>‘+’   is used to denote </a:t>
            </a:r>
            <a:r>
              <a:rPr lang="en-US" altLang="zh-CN" i="1"/>
              <a:t>Public</a:t>
            </a:r>
            <a:r>
              <a:rPr lang="en-US" altLang="zh-CN"/>
              <a:t> visibility (everyone)</a:t>
            </a:r>
          </a:p>
          <a:p>
            <a:pPr lvl="1">
              <a:lnSpc>
                <a:spcPct val="80000"/>
              </a:lnSpc>
              <a:buClr>
                <a:schemeClr val="tx1"/>
              </a:buClr>
              <a:buFont typeface="Wingdings" panose="05000000000000000000" pitchFamily="2" charset="2"/>
              <a:buChar char="Ø"/>
            </a:pPr>
            <a:r>
              <a:rPr lang="en-US" altLang="zh-CN"/>
              <a:t>‘#’   is used to denote </a:t>
            </a:r>
            <a:r>
              <a:rPr lang="en-US" altLang="zh-CN" i="1"/>
              <a:t>Protected</a:t>
            </a:r>
            <a:r>
              <a:rPr lang="en-US" altLang="zh-CN"/>
              <a:t> visibility (friends and derived)</a:t>
            </a:r>
          </a:p>
          <a:p>
            <a:pPr lvl="1">
              <a:lnSpc>
                <a:spcPct val="80000"/>
              </a:lnSpc>
              <a:buClr>
                <a:schemeClr val="tx1"/>
              </a:buClr>
              <a:buFont typeface="Wingdings" panose="05000000000000000000" pitchFamily="2" charset="2"/>
              <a:buChar char="Ø"/>
            </a:pPr>
            <a:r>
              <a:rPr lang="en-US" altLang="zh-CN"/>
              <a:t>‘-’    is used to denote </a:t>
            </a:r>
            <a:r>
              <a:rPr lang="en-US" altLang="zh-CN" i="1"/>
              <a:t>Private</a:t>
            </a:r>
            <a:r>
              <a:rPr lang="en-US" altLang="zh-CN"/>
              <a:t> visibility (no one)</a:t>
            </a:r>
          </a:p>
          <a:p>
            <a:pPr lvl="1">
              <a:lnSpc>
                <a:spcPct val="80000"/>
              </a:lnSpc>
              <a:buClr>
                <a:schemeClr val="tx1"/>
              </a:buClr>
              <a:buFont typeface="Wingdings" panose="05000000000000000000" pitchFamily="2" charset="2"/>
              <a:buChar char="Ø"/>
            </a:pPr>
            <a:endParaRPr lang="en-US" altLang="zh-CN"/>
          </a:p>
          <a:p>
            <a:pPr>
              <a:lnSpc>
                <a:spcPct val="80000"/>
              </a:lnSpc>
            </a:pPr>
            <a:r>
              <a:rPr lang="en-US" altLang="zh-CN" sz="2000"/>
              <a:t>By default, attributes are hidden and operations are visible.</a:t>
            </a:r>
          </a:p>
          <a:p>
            <a:pPr>
              <a:lnSpc>
                <a:spcPct val="80000"/>
              </a:lnSpc>
              <a:buFont typeface="Wingdings" panose="05000000000000000000" pitchFamily="2" charset="2"/>
              <a:buNone/>
            </a:pPr>
            <a:endParaRPr lang="zh-CN" altLang="en-US"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9">
            <a:extLst>
              <a:ext uri="{FF2B5EF4-FFF2-40B4-BE49-F238E27FC236}">
                <a16:creationId xmlns:a16="http://schemas.microsoft.com/office/drawing/2014/main" id="{371C002B-C6CD-4580-9275-0FA5306B7F01}"/>
              </a:ext>
            </a:extLst>
          </p:cNvPr>
          <p:cNvSpPr>
            <a:spLocks noGrp="1" noChangeArrowheads="1"/>
          </p:cNvSpPr>
          <p:nvPr>
            <p:ph type="title"/>
          </p:nvPr>
        </p:nvSpPr>
        <p:spPr/>
        <p:txBody>
          <a:bodyPr/>
          <a:lstStyle/>
          <a:p>
            <a:r>
              <a:rPr lang="en-US" altLang="zh-CN"/>
              <a:t>Class diagram</a:t>
            </a:r>
          </a:p>
        </p:txBody>
      </p:sp>
      <p:grpSp>
        <p:nvGrpSpPr>
          <p:cNvPr id="17" name="Group 4">
            <a:extLst>
              <a:ext uri="{FF2B5EF4-FFF2-40B4-BE49-F238E27FC236}">
                <a16:creationId xmlns:a16="http://schemas.microsoft.com/office/drawing/2014/main" id="{00A4BDA4-CB1E-8FCC-6D20-D3F3DA4CC697}"/>
              </a:ext>
            </a:extLst>
          </p:cNvPr>
          <p:cNvGrpSpPr>
            <a:grpSpLocks/>
          </p:cNvGrpSpPr>
          <p:nvPr/>
        </p:nvGrpSpPr>
        <p:grpSpPr bwMode="auto">
          <a:xfrm>
            <a:off x="1981200" y="2286000"/>
            <a:ext cx="5613399" cy="3446465"/>
            <a:chOff x="1248" y="1418"/>
            <a:chExt cx="3645" cy="2241"/>
          </a:xfrm>
        </p:grpSpPr>
        <p:sp>
          <p:nvSpPr>
            <p:cNvPr id="18" name="Rectangle 5">
              <a:extLst>
                <a:ext uri="{FF2B5EF4-FFF2-40B4-BE49-F238E27FC236}">
                  <a16:creationId xmlns:a16="http://schemas.microsoft.com/office/drawing/2014/main" id="{CD33D4AC-5463-1C38-F86E-F75594A9AF46}"/>
                </a:ext>
              </a:extLst>
            </p:cNvPr>
            <p:cNvSpPr>
              <a:spLocks noChangeArrowheads="1"/>
            </p:cNvSpPr>
            <p:nvPr/>
          </p:nvSpPr>
          <p:spPr bwMode="auto">
            <a:xfrm>
              <a:off x="1248" y="2385"/>
              <a:ext cx="1968" cy="1071"/>
            </a:xfrm>
            <a:prstGeom prst="rect">
              <a:avLst/>
            </a:prstGeom>
            <a:noFill/>
            <a:ln w="19050" algn="ctr">
              <a:solidFill>
                <a:schemeClr val="tx1"/>
              </a:solidFill>
              <a:miter lim="800000"/>
              <a:headEnd/>
              <a:tailEnd type="none" w="lg" len="lg"/>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19" name="Rectangle 6">
              <a:extLst>
                <a:ext uri="{FF2B5EF4-FFF2-40B4-BE49-F238E27FC236}">
                  <a16:creationId xmlns:a16="http://schemas.microsoft.com/office/drawing/2014/main" id="{591D7D5C-C514-6C01-01B8-3B7C475B96E1}"/>
                </a:ext>
              </a:extLst>
            </p:cNvPr>
            <p:cNvSpPr>
              <a:spLocks noChangeArrowheads="1"/>
            </p:cNvSpPr>
            <p:nvPr/>
          </p:nvSpPr>
          <p:spPr bwMode="auto">
            <a:xfrm>
              <a:off x="1248" y="1809"/>
              <a:ext cx="1968" cy="576"/>
            </a:xfrm>
            <a:prstGeom prst="rect">
              <a:avLst/>
            </a:prstGeom>
            <a:solidFill>
              <a:srgbClr val="FF9900"/>
            </a:solidFill>
            <a:ln w="19050"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20" name="Rectangle 7">
              <a:extLst>
                <a:ext uri="{FF2B5EF4-FFF2-40B4-BE49-F238E27FC236}">
                  <a16:creationId xmlns:a16="http://schemas.microsoft.com/office/drawing/2014/main" id="{3B40D461-6EF7-396F-A3AA-E6CA34714679}"/>
                </a:ext>
              </a:extLst>
            </p:cNvPr>
            <p:cNvSpPr>
              <a:spLocks noChangeArrowheads="1"/>
            </p:cNvSpPr>
            <p:nvPr/>
          </p:nvSpPr>
          <p:spPr bwMode="auto">
            <a:xfrm>
              <a:off x="1248" y="1473"/>
              <a:ext cx="1968" cy="336"/>
            </a:xfrm>
            <a:prstGeom prst="rect">
              <a:avLst/>
            </a:prstGeom>
            <a:solidFill>
              <a:srgbClr val="FF7C80"/>
            </a:solidFill>
            <a:ln w="19050" algn="ctr">
              <a:solidFill>
                <a:schemeClr val="tx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21" name="Text Box 8">
              <a:extLst>
                <a:ext uri="{FF2B5EF4-FFF2-40B4-BE49-F238E27FC236}">
                  <a16:creationId xmlns:a16="http://schemas.microsoft.com/office/drawing/2014/main" id="{C25BC3CD-19F4-9918-D560-1E19238F9853}"/>
                </a:ext>
              </a:extLst>
            </p:cNvPr>
            <p:cNvSpPr txBox="1">
              <a:spLocks noChangeArrowheads="1"/>
            </p:cNvSpPr>
            <p:nvPr/>
          </p:nvSpPr>
          <p:spPr bwMode="auto">
            <a:xfrm>
              <a:off x="1344" y="1521"/>
              <a:ext cx="1765"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290513" indent="-290513">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90000"/>
                </a:lnSpc>
                <a:spcBef>
                  <a:spcPct val="20000"/>
                </a:spcBef>
                <a:buClr>
                  <a:srgbClr val="CC0000"/>
                </a:buClr>
              </a:pPr>
              <a:r>
                <a:rPr lang="zh-CN" altLang="en-US" sz="2800" dirty="0">
                  <a:latin typeface="Arial" panose="020B0604020202020204" pitchFamily="34" charset="0"/>
                </a:rPr>
                <a:t> </a:t>
              </a:r>
              <a:r>
                <a:rPr lang="en-US" altLang="zh-CN" sz="2800" dirty="0" err="1">
                  <a:latin typeface="Arial" panose="020B0604020202020204" pitchFamily="34" charset="0"/>
                </a:rPr>
                <a:t>Account_Name</a:t>
              </a:r>
              <a:endParaRPr lang="en-US" altLang="zh-CN" sz="2800" dirty="0">
                <a:latin typeface="Arial" panose="020B0604020202020204" pitchFamily="34" charset="0"/>
              </a:endParaRPr>
            </a:p>
          </p:txBody>
        </p:sp>
        <p:sp>
          <p:nvSpPr>
            <p:cNvPr id="22" name="Text Box 9">
              <a:extLst>
                <a:ext uri="{FF2B5EF4-FFF2-40B4-BE49-F238E27FC236}">
                  <a16:creationId xmlns:a16="http://schemas.microsoft.com/office/drawing/2014/main" id="{95C22EC1-8C64-C9BA-5288-2DA0152C0424}"/>
                </a:ext>
              </a:extLst>
            </p:cNvPr>
            <p:cNvSpPr txBox="1">
              <a:spLocks noChangeArrowheads="1"/>
            </p:cNvSpPr>
            <p:nvPr/>
          </p:nvSpPr>
          <p:spPr bwMode="auto">
            <a:xfrm>
              <a:off x="1378" y="1822"/>
              <a:ext cx="119"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290513" indent="-290513">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90000"/>
                </a:lnSpc>
                <a:spcBef>
                  <a:spcPct val="20000"/>
                </a:spcBef>
                <a:buClr>
                  <a:srgbClr val="CC0000"/>
                </a:buClr>
              </a:pPr>
              <a:endParaRPr lang="zh-CN" altLang="en-US" sz="2800">
                <a:latin typeface="Arial" panose="020B0604020202020204" pitchFamily="34" charset="0"/>
              </a:endParaRPr>
            </a:p>
          </p:txBody>
        </p:sp>
        <p:sp>
          <p:nvSpPr>
            <p:cNvPr id="23" name="Text Box 10">
              <a:extLst>
                <a:ext uri="{FF2B5EF4-FFF2-40B4-BE49-F238E27FC236}">
                  <a16:creationId xmlns:a16="http://schemas.microsoft.com/office/drawing/2014/main" id="{63888001-4C1F-A54F-1998-4DE7C6A83827}"/>
                </a:ext>
              </a:extLst>
            </p:cNvPr>
            <p:cNvSpPr txBox="1">
              <a:spLocks noChangeArrowheads="1"/>
            </p:cNvSpPr>
            <p:nvPr/>
          </p:nvSpPr>
          <p:spPr bwMode="auto">
            <a:xfrm>
              <a:off x="1296" y="1776"/>
              <a:ext cx="2011" cy="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290513" indent="-290513">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90000"/>
                </a:lnSpc>
                <a:spcBef>
                  <a:spcPct val="20000"/>
                </a:spcBef>
                <a:buClr>
                  <a:srgbClr val="CC0000"/>
                </a:buClr>
              </a:pPr>
              <a:r>
                <a:rPr lang="en-US" altLang="zh-CN" sz="2800" dirty="0">
                  <a:latin typeface="Arial" panose="020B0604020202020204" pitchFamily="34" charset="0"/>
                </a:rPr>
                <a:t>- </a:t>
              </a:r>
              <a:r>
                <a:rPr lang="en-US" altLang="zh-CN" sz="2800" dirty="0" err="1">
                  <a:latin typeface="Arial" panose="020B0604020202020204" pitchFamily="34" charset="0"/>
                </a:rPr>
                <a:t>Customer_Name</a:t>
              </a:r>
              <a:endParaRPr lang="en-US" altLang="zh-CN" sz="2800" dirty="0">
                <a:latin typeface="Arial" panose="020B0604020202020204" pitchFamily="34" charset="0"/>
              </a:endParaRPr>
            </a:p>
            <a:p>
              <a:pPr eaLnBrk="1" hangingPunct="1">
                <a:lnSpc>
                  <a:spcPct val="90000"/>
                </a:lnSpc>
                <a:spcBef>
                  <a:spcPct val="20000"/>
                </a:spcBef>
                <a:buClr>
                  <a:srgbClr val="CC0000"/>
                </a:buClr>
              </a:pPr>
              <a:r>
                <a:rPr lang="en-US" altLang="zh-CN" sz="2800" dirty="0">
                  <a:latin typeface="Arial" panose="020B0604020202020204" pitchFamily="34" charset="0"/>
                </a:rPr>
                <a:t>- Balance</a:t>
              </a:r>
            </a:p>
          </p:txBody>
        </p:sp>
        <p:sp>
          <p:nvSpPr>
            <p:cNvPr id="24" name="Text Box 11">
              <a:extLst>
                <a:ext uri="{FF2B5EF4-FFF2-40B4-BE49-F238E27FC236}">
                  <a16:creationId xmlns:a16="http://schemas.microsoft.com/office/drawing/2014/main" id="{6064FABC-6B66-E0EF-7B6A-FB5A75682ED4}"/>
                </a:ext>
              </a:extLst>
            </p:cNvPr>
            <p:cNvSpPr txBox="1">
              <a:spLocks noChangeArrowheads="1"/>
            </p:cNvSpPr>
            <p:nvPr/>
          </p:nvSpPr>
          <p:spPr bwMode="auto">
            <a:xfrm>
              <a:off x="1296" y="2433"/>
              <a:ext cx="1532" cy="1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90000"/>
                </a:lnSpc>
                <a:spcBef>
                  <a:spcPct val="20000"/>
                </a:spcBef>
                <a:buClr>
                  <a:srgbClr val="CC0000"/>
                </a:buClr>
              </a:pPr>
              <a:r>
                <a:rPr lang="en-US" altLang="zh-CN" sz="2800">
                  <a:latin typeface="Arial" panose="020B0604020202020204" pitchFamily="34" charset="0"/>
                </a:rPr>
                <a:t>+addFunds( )</a:t>
              </a:r>
            </a:p>
            <a:p>
              <a:pPr eaLnBrk="1" hangingPunct="1">
                <a:lnSpc>
                  <a:spcPct val="90000"/>
                </a:lnSpc>
                <a:spcBef>
                  <a:spcPct val="20000"/>
                </a:spcBef>
                <a:buClr>
                  <a:srgbClr val="CC0000"/>
                </a:buClr>
              </a:pPr>
              <a:r>
                <a:rPr lang="en-US" altLang="zh-CN" sz="2800">
                  <a:latin typeface="Arial" panose="020B0604020202020204" pitchFamily="34" charset="0"/>
                </a:rPr>
                <a:t>+withDraw( )</a:t>
              </a:r>
            </a:p>
            <a:p>
              <a:pPr eaLnBrk="1" hangingPunct="1">
                <a:lnSpc>
                  <a:spcPct val="90000"/>
                </a:lnSpc>
                <a:spcBef>
                  <a:spcPct val="20000"/>
                </a:spcBef>
                <a:buClr>
                  <a:srgbClr val="CC0000"/>
                </a:buClr>
              </a:pPr>
              <a:r>
                <a:rPr lang="en-US" altLang="zh-CN" sz="2800">
                  <a:latin typeface="Arial" panose="020B0604020202020204" pitchFamily="34" charset="0"/>
                </a:rPr>
                <a:t>+transfer( )</a:t>
              </a:r>
            </a:p>
            <a:p>
              <a:pPr eaLnBrk="1" hangingPunct="1">
                <a:lnSpc>
                  <a:spcPct val="90000"/>
                </a:lnSpc>
                <a:spcBef>
                  <a:spcPct val="20000"/>
                </a:spcBef>
                <a:buClr>
                  <a:srgbClr val="CC0000"/>
                </a:buClr>
              </a:pPr>
              <a:endParaRPr lang="zh-CN" altLang="en-US" sz="2800">
                <a:latin typeface="Arial" panose="020B0604020202020204" pitchFamily="34" charset="0"/>
              </a:endParaRPr>
            </a:p>
          </p:txBody>
        </p:sp>
        <p:sp>
          <p:nvSpPr>
            <p:cNvPr id="25" name="Text Box 12">
              <a:extLst>
                <a:ext uri="{FF2B5EF4-FFF2-40B4-BE49-F238E27FC236}">
                  <a16:creationId xmlns:a16="http://schemas.microsoft.com/office/drawing/2014/main" id="{450C9765-CFA6-D5AD-C93B-3570B41F3953}"/>
                </a:ext>
              </a:extLst>
            </p:cNvPr>
            <p:cNvSpPr txBox="1">
              <a:spLocks noChangeArrowheads="1"/>
            </p:cNvSpPr>
            <p:nvPr/>
          </p:nvSpPr>
          <p:spPr bwMode="auto">
            <a:xfrm>
              <a:off x="3783" y="1418"/>
              <a:ext cx="661" cy="286"/>
            </a:xfrm>
            <a:prstGeom prst="rect">
              <a:avLst/>
            </a:prstGeom>
            <a:solidFill>
              <a:schemeClr val="tx1"/>
            </a:solidFill>
            <a:ln w="19050" algn="ctr">
              <a:solidFill>
                <a:schemeClr val="accent1"/>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290513" indent="-290513">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90000"/>
                </a:lnSpc>
                <a:spcBef>
                  <a:spcPct val="20000"/>
                </a:spcBef>
                <a:buClr>
                  <a:srgbClr val="CC0000"/>
                </a:buClr>
              </a:pPr>
              <a:r>
                <a:rPr lang="en-US" altLang="zh-CN" sz="2400">
                  <a:solidFill>
                    <a:schemeClr val="accent1"/>
                  </a:solidFill>
                  <a:latin typeface="Arial" panose="020B0604020202020204" pitchFamily="34" charset="0"/>
                </a:rPr>
                <a:t>Name</a:t>
              </a:r>
            </a:p>
          </p:txBody>
        </p:sp>
        <p:sp>
          <p:nvSpPr>
            <p:cNvPr id="26" name="Text Box 13">
              <a:extLst>
                <a:ext uri="{FF2B5EF4-FFF2-40B4-BE49-F238E27FC236}">
                  <a16:creationId xmlns:a16="http://schemas.microsoft.com/office/drawing/2014/main" id="{72906375-DA5C-DFD8-52DE-E82B9426D2A4}"/>
                </a:ext>
              </a:extLst>
            </p:cNvPr>
            <p:cNvSpPr txBox="1">
              <a:spLocks noChangeArrowheads="1"/>
            </p:cNvSpPr>
            <p:nvPr/>
          </p:nvSpPr>
          <p:spPr bwMode="auto">
            <a:xfrm>
              <a:off x="3792" y="1976"/>
              <a:ext cx="968" cy="286"/>
            </a:xfrm>
            <a:prstGeom prst="rect">
              <a:avLst/>
            </a:prstGeom>
            <a:solidFill>
              <a:schemeClr val="tx1"/>
            </a:solidFill>
            <a:ln w="19050" algn="ctr">
              <a:solidFill>
                <a:srgbClr val="FF9900"/>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290513" indent="-290513">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90000"/>
                </a:lnSpc>
                <a:spcBef>
                  <a:spcPct val="20000"/>
                </a:spcBef>
                <a:buClr>
                  <a:srgbClr val="CC0000"/>
                </a:buClr>
              </a:pPr>
              <a:r>
                <a:rPr lang="en-US" altLang="zh-CN" sz="2400" dirty="0">
                  <a:solidFill>
                    <a:schemeClr val="folHlink"/>
                  </a:solidFill>
                  <a:latin typeface="Arial" panose="020B0604020202020204" pitchFamily="34" charset="0"/>
                </a:rPr>
                <a:t>Attributes</a:t>
              </a:r>
            </a:p>
          </p:txBody>
        </p:sp>
        <p:sp>
          <p:nvSpPr>
            <p:cNvPr id="27" name="Text Box 14">
              <a:extLst>
                <a:ext uri="{FF2B5EF4-FFF2-40B4-BE49-F238E27FC236}">
                  <a16:creationId xmlns:a16="http://schemas.microsoft.com/office/drawing/2014/main" id="{EB81788D-59CC-FF31-F183-8D1AE5096315}"/>
                </a:ext>
              </a:extLst>
            </p:cNvPr>
            <p:cNvSpPr txBox="1">
              <a:spLocks noChangeArrowheads="1"/>
            </p:cNvSpPr>
            <p:nvPr/>
          </p:nvSpPr>
          <p:spPr bwMode="auto">
            <a:xfrm>
              <a:off x="3792" y="2504"/>
              <a:ext cx="1101" cy="286"/>
            </a:xfrm>
            <a:prstGeom prst="rect">
              <a:avLst/>
            </a:prstGeom>
            <a:noFill/>
            <a:ln w="19050" algn="ctr">
              <a:solidFill>
                <a:schemeClr val="tx1"/>
              </a:solidFill>
              <a:miter lim="800000"/>
              <a:headEnd/>
              <a:tailEnd type="none" w="lg"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290513" indent="-290513">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90000"/>
                </a:lnSpc>
                <a:spcBef>
                  <a:spcPct val="20000"/>
                </a:spcBef>
                <a:buClr>
                  <a:srgbClr val="CC0000"/>
                </a:buClr>
              </a:pPr>
              <a:r>
                <a:rPr lang="en-US" altLang="zh-CN" sz="2400" dirty="0">
                  <a:latin typeface="Arial" panose="020B0604020202020204" pitchFamily="34" charset="0"/>
                </a:rPr>
                <a:t>Operations</a:t>
              </a:r>
            </a:p>
          </p:txBody>
        </p:sp>
        <p:sp>
          <p:nvSpPr>
            <p:cNvPr id="28" name="Line 15">
              <a:extLst>
                <a:ext uri="{FF2B5EF4-FFF2-40B4-BE49-F238E27FC236}">
                  <a16:creationId xmlns:a16="http://schemas.microsoft.com/office/drawing/2014/main" id="{8FD21FEA-3CB4-4B9B-9F02-0A25B3752E61}"/>
                </a:ext>
              </a:extLst>
            </p:cNvPr>
            <p:cNvSpPr>
              <a:spLocks noChangeShapeType="1"/>
            </p:cNvSpPr>
            <p:nvPr/>
          </p:nvSpPr>
          <p:spPr bwMode="auto">
            <a:xfrm flipH="1">
              <a:off x="3216" y="1569"/>
              <a:ext cx="576" cy="96"/>
            </a:xfrm>
            <a:prstGeom prst="line">
              <a:avLst/>
            </a:prstGeom>
            <a:noFill/>
            <a:ln w="19050">
              <a:solidFill>
                <a:schemeClr val="accent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PK"/>
            </a:p>
          </p:txBody>
        </p:sp>
        <p:sp>
          <p:nvSpPr>
            <p:cNvPr id="29" name="Line 16">
              <a:extLst>
                <a:ext uri="{FF2B5EF4-FFF2-40B4-BE49-F238E27FC236}">
                  <a16:creationId xmlns:a16="http://schemas.microsoft.com/office/drawing/2014/main" id="{DDC4BF0F-1ED7-6556-A3E3-EEC9E1A01ACA}"/>
                </a:ext>
              </a:extLst>
            </p:cNvPr>
            <p:cNvSpPr>
              <a:spLocks noChangeShapeType="1"/>
            </p:cNvSpPr>
            <p:nvPr/>
          </p:nvSpPr>
          <p:spPr bwMode="auto">
            <a:xfrm flipH="1">
              <a:off x="3216" y="2097"/>
              <a:ext cx="576" cy="96"/>
            </a:xfrm>
            <a:prstGeom prst="line">
              <a:avLst/>
            </a:prstGeom>
            <a:noFill/>
            <a:ln w="19050">
              <a:solidFill>
                <a:srgbClr val="FF9900"/>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PK"/>
            </a:p>
          </p:txBody>
        </p:sp>
        <p:sp>
          <p:nvSpPr>
            <p:cNvPr id="30" name="Line 17">
              <a:extLst>
                <a:ext uri="{FF2B5EF4-FFF2-40B4-BE49-F238E27FC236}">
                  <a16:creationId xmlns:a16="http://schemas.microsoft.com/office/drawing/2014/main" id="{C648C3A8-DDBB-3344-F021-2BA0231021DE}"/>
                </a:ext>
              </a:extLst>
            </p:cNvPr>
            <p:cNvSpPr>
              <a:spLocks noChangeShapeType="1"/>
            </p:cNvSpPr>
            <p:nvPr/>
          </p:nvSpPr>
          <p:spPr bwMode="auto">
            <a:xfrm flipH="1">
              <a:off x="3216" y="2625"/>
              <a:ext cx="576" cy="96"/>
            </a:xfrm>
            <a:prstGeom prst="line">
              <a:avLst/>
            </a:prstGeom>
            <a:noFill/>
            <a:ln w="190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PK"/>
            </a:p>
          </p:txBody>
        </p:sp>
        <p:sp>
          <p:nvSpPr>
            <p:cNvPr id="31" name="Rectangle 18">
              <a:extLst>
                <a:ext uri="{FF2B5EF4-FFF2-40B4-BE49-F238E27FC236}">
                  <a16:creationId xmlns:a16="http://schemas.microsoft.com/office/drawing/2014/main" id="{0BE54FB2-E01F-7F88-9071-893A23C6CE80}"/>
                </a:ext>
              </a:extLst>
            </p:cNvPr>
            <p:cNvSpPr>
              <a:spLocks noChangeArrowheads="1"/>
            </p:cNvSpPr>
            <p:nvPr/>
          </p:nvSpPr>
          <p:spPr bwMode="auto">
            <a:xfrm>
              <a:off x="1248" y="1425"/>
              <a:ext cx="21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C5B1CE4-523B-45AE-8E57-B77BD3E9F13D}"/>
              </a:ext>
            </a:extLst>
          </p:cNvPr>
          <p:cNvSpPr>
            <a:spLocks noGrp="1" noChangeArrowheads="1"/>
          </p:cNvSpPr>
          <p:nvPr>
            <p:ph type="title"/>
          </p:nvPr>
        </p:nvSpPr>
        <p:spPr/>
        <p:txBody>
          <a:bodyPr/>
          <a:lstStyle/>
          <a:p>
            <a:r>
              <a:rPr lang="en-US" altLang="zh-CN" sz="3600">
                <a:latin typeface="Times New Roman" panose="02020603050405020304" pitchFamily="18" charset="0"/>
              </a:rPr>
              <a:t>OO Relationships</a:t>
            </a:r>
          </a:p>
        </p:txBody>
      </p:sp>
      <p:sp>
        <p:nvSpPr>
          <p:cNvPr id="36867" name="Rectangle 3">
            <a:extLst>
              <a:ext uri="{FF2B5EF4-FFF2-40B4-BE49-F238E27FC236}">
                <a16:creationId xmlns:a16="http://schemas.microsoft.com/office/drawing/2014/main" id="{38E6F0E5-F115-4B83-A58D-B2E43CDEF46A}"/>
              </a:ext>
            </a:extLst>
          </p:cNvPr>
          <p:cNvSpPr>
            <a:spLocks noGrp="1" noChangeArrowheads="1"/>
          </p:cNvSpPr>
          <p:nvPr>
            <p:ph idx="1"/>
          </p:nvPr>
        </p:nvSpPr>
        <p:spPr bwMode="auto"/>
        <p:txBody>
          <a:bodyPr wrap="square" numCol="1" anchor="t" anchorCtr="0" compatLnSpc="1">
            <a:prstTxWarp prst="textNoShape">
              <a:avLst/>
            </a:prstTxWarp>
          </a:bodyPr>
          <a:lstStyle/>
          <a:p>
            <a:r>
              <a:rPr lang="en-US" altLang="zh-CN"/>
              <a:t>There are two kinds of Relationships</a:t>
            </a:r>
          </a:p>
          <a:p>
            <a:pPr lvl="1">
              <a:buClr>
                <a:schemeClr val="tx1"/>
              </a:buClr>
              <a:buFont typeface="Wingdings" panose="05000000000000000000" pitchFamily="2" charset="2"/>
              <a:buChar char="Ø"/>
            </a:pPr>
            <a:r>
              <a:rPr lang="en-US" altLang="zh-CN"/>
              <a:t>Generalization (parent-child relationship)</a:t>
            </a:r>
          </a:p>
          <a:p>
            <a:pPr lvl="1">
              <a:buClr>
                <a:schemeClr val="tx1"/>
              </a:buClr>
              <a:buFont typeface="Wingdings" panose="05000000000000000000" pitchFamily="2" charset="2"/>
              <a:buChar char="Ø"/>
            </a:pPr>
            <a:r>
              <a:rPr lang="en-US" altLang="zh-CN"/>
              <a:t>Association (student enrolls in course)</a:t>
            </a:r>
          </a:p>
          <a:p>
            <a:pPr lvl="1">
              <a:buClr>
                <a:schemeClr val="tx1"/>
              </a:buClr>
              <a:buFont typeface="Wingdings" panose="05000000000000000000" pitchFamily="2" charset="2"/>
              <a:buChar char="Ø"/>
            </a:pPr>
            <a:endParaRPr lang="en-US" altLang="zh-CN"/>
          </a:p>
          <a:p>
            <a:r>
              <a:rPr lang="en-US" altLang="zh-CN"/>
              <a:t>Associations can be further classified as</a:t>
            </a:r>
          </a:p>
          <a:p>
            <a:pPr lvl="1">
              <a:buClr>
                <a:schemeClr val="tx1"/>
              </a:buClr>
              <a:buFont typeface="Wingdings" panose="05000000000000000000" pitchFamily="2" charset="2"/>
              <a:buChar char="Ø"/>
            </a:pPr>
            <a:r>
              <a:rPr lang="en-US" altLang="zh-CN"/>
              <a:t>Aggregation</a:t>
            </a:r>
          </a:p>
          <a:p>
            <a:pPr lvl="1">
              <a:buClr>
                <a:schemeClr val="tx1"/>
              </a:buClr>
              <a:buFont typeface="Wingdings" panose="05000000000000000000" pitchFamily="2" charset="2"/>
              <a:buChar char="Ø"/>
            </a:pPr>
            <a:r>
              <a:rPr lang="en-US" altLang="zh-CN"/>
              <a:t>Composition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AutoShape 2">
            <a:extLst>
              <a:ext uri="{FF2B5EF4-FFF2-40B4-BE49-F238E27FC236}">
                <a16:creationId xmlns:a16="http://schemas.microsoft.com/office/drawing/2014/main" id="{E6A99EFD-560F-4ADA-BEA9-832E959A99F8}"/>
              </a:ext>
            </a:extLst>
          </p:cNvPr>
          <p:cNvSpPr>
            <a:spLocks noChangeArrowheads="1"/>
          </p:cNvSpPr>
          <p:nvPr/>
        </p:nvSpPr>
        <p:spPr bwMode="auto">
          <a:xfrm>
            <a:off x="3848100" y="2540000"/>
            <a:ext cx="381000" cy="457200"/>
          </a:xfrm>
          <a:prstGeom prst="triangle">
            <a:avLst>
              <a:gd name="adj" fmla="val 50000"/>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38915" name="Rectangle 3">
            <a:extLst>
              <a:ext uri="{FF2B5EF4-FFF2-40B4-BE49-F238E27FC236}">
                <a16:creationId xmlns:a16="http://schemas.microsoft.com/office/drawing/2014/main" id="{80F8CF72-042D-46CD-AE16-463BC4B836A6}"/>
              </a:ext>
            </a:extLst>
          </p:cNvPr>
          <p:cNvSpPr>
            <a:spLocks noChangeArrowheads="1"/>
          </p:cNvSpPr>
          <p:nvPr/>
        </p:nvSpPr>
        <p:spPr bwMode="auto">
          <a:xfrm>
            <a:off x="3276600" y="2057400"/>
            <a:ext cx="1752600" cy="4572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38916" name="Line 4">
            <a:extLst>
              <a:ext uri="{FF2B5EF4-FFF2-40B4-BE49-F238E27FC236}">
                <a16:creationId xmlns:a16="http://schemas.microsoft.com/office/drawing/2014/main" id="{C78A5A46-6A1E-4565-9FD6-4AF2CE31C73E}"/>
              </a:ext>
            </a:extLst>
          </p:cNvPr>
          <p:cNvSpPr>
            <a:spLocks noChangeShapeType="1"/>
          </p:cNvSpPr>
          <p:nvPr/>
        </p:nvSpPr>
        <p:spPr bwMode="auto">
          <a:xfrm>
            <a:off x="3276600" y="3581400"/>
            <a:ext cx="1752600" cy="15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38917" name="Line 5">
            <a:extLst>
              <a:ext uri="{FF2B5EF4-FFF2-40B4-BE49-F238E27FC236}">
                <a16:creationId xmlns:a16="http://schemas.microsoft.com/office/drawing/2014/main" id="{3FCA4CF4-BFAB-4C5D-87F6-9FC61176570E}"/>
              </a:ext>
            </a:extLst>
          </p:cNvPr>
          <p:cNvSpPr>
            <a:spLocks noChangeShapeType="1"/>
          </p:cNvSpPr>
          <p:nvPr/>
        </p:nvSpPr>
        <p:spPr bwMode="auto">
          <a:xfrm>
            <a:off x="3276600" y="3581400"/>
            <a:ext cx="1270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38918" name="Rectangle 6">
            <a:extLst>
              <a:ext uri="{FF2B5EF4-FFF2-40B4-BE49-F238E27FC236}">
                <a16:creationId xmlns:a16="http://schemas.microsoft.com/office/drawing/2014/main" id="{E51373A4-D8DB-4E88-909E-3BD8720E435B}"/>
              </a:ext>
            </a:extLst>
          </p:cNvPr>
          <p:cNvSpPr>
            <a:spLocks noChangeArrowheads="1"/>
          </p:cNvSpPr>
          <p:nvPr/>
        </p:nvSpPr>
        <p:spPr bwMode="auto">
          <a:xfrm>
            <a:off x="2667000" y="4267200"/>
            <a:ext cx="13716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38919" name="Rectangle 7">
            <a:extLst>
              <a:ext uri="{FF2B5EF4-FFF2-40B4-BE49-F238E27FC236}">
                <a16:creationId xmlns:a16="http://schemas.microsoft.com/office/drawing/2014/main" id="{0C234CEC-3AA1-42D4-80CF-3C898152B256}"/>
              </a:ext>
            </a:extLst>
          </p:cNvPr>
          <p:cNvSpPr>
            <a:spLocks noChangeArrowheads="1"/>
          </p:cNvSpPr>
          <p:nvPr/>
        </p:nvSpPr>
        <p:spPr bwMode="auto">
          <a:xfrm>
            <a:off x="4356100" y="4254500"/>
            <a:ext cx="1524000" cy="5334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zh-CN" sz="2400">
                <a:latin typeface="Times New Roman" panose="02020603050405020304" pitchFamily="18" charset="0"/>
              </a:rPr>
              <a:t>Subtype2</a:t>
            </a:r>
          </a:p>
        </p:txBody>
      </p:sp>
      <p:sp>
        <p:nvSpPr>
          <p:cNvPr id="38920" name="Text Box 8">
            <a:extLst>
              <a:ext uri="{FF2B5EF4-FFF2-40B4-BE49-F238E27FC236}">
                <a16:creationId xmlns:a16="http://schemas.microsoft.com/office/drawing/2014/main" id="{128956B6-DC48-4ABA-AC71-EE908D31C772}"/>
              </a:ext>
            </a:extLst>
          </p:cNvPr>
          <p:cNvSpPr txBox="1">
            <a:spLocks noChangeArrowheads="1"/>
          </p:cNvSpPr>
          <p:nvPr/>
        </p:nvSpPr>
        <p:spPr bwMode="auto">
          <a:xfrm>
            <a:off x="3429000" y="2044700"/>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2400">
                <a:latin typeface="Times New Roman" panose="02020603050405020304" pitchFamily="18" charset="0"/>
              </a:rPr>
              <a:t>Supertype</a:t>
            </a:r>
          </a:p>
        </p:txBody>
      </p:sp>
      <p:sp>
        <p:nvSpPr>
          <p:cNvPr id="38921" name="Text Box 9">
            <a:extLst>
              <a:ext uri="{FF2B5EF4-FFF2-40B4-BE49-F238E27FC236}">
                <a16:creationId xmlns:a16="http://schemas.microsoft.com/office/drawing/2014/main" id="{8C15ACBF-5D66-45C8-954C-BC69497038E1}"/>
              </a:ext>
            </a:extLst>
          </p:cNvPr>
          <p:cNvSpPr txBox="1">
            <a:spLocks noChangeArrowheads="1"/>
          </p:cNvSpPr>
          <p:nvPr/>
        </p:nvSpPr>
        <p:spPr bwMode="auto">
          <a:xfrm>
            <a:off x="2667000" y="42672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2400">
                <a:latin typeface="Times New Roman" panose="02020603050405020304" pitchFamily="18" charset="0"/>
              </a:rPr>
              <a:t>Subtype1</a:t>
            </a:r>
          </a:p>
        </p:txBody>
      </p:sp>
      <p:sp>
        <p:nvSpPr>
          <p:cNvPr id="38922" name="Rectangle 10">
            <a:extLst>
              <a:ext uri="{FF2B5EF4-FFF2-40B4-BE49-F238E27FC236}">
                <a16:creationId xmlns:a16="http://schemas.microsoft.com/office/drawing/2014/main" id="{02FB6E07-1824-42E6-8FEC-C39237643E6E}"/>
              </a:ext>
            </a:extLst>
          </p:cNvPr>
          <p:cNvSpPr>
            <a:spLocks noChangeArrowheads="1"/>
          </p:cNvSpPr>
          <p:nvPr/>
        </p:nvSpPr>
        <p:spPr bwMode="auto">
          <a:xfrm>
            <a:off x="3352800" y="511175"/>
            <a:ext cx="6224588"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zh-CN" altLang="en-US" sz="2400" dirty="0">
                <a:solidFill>
                  <a:schemeClr val="bg1"/>
                </a:solidFill>
                <a:latin typeface="Times New Roman" panose="02020603050405020304" pitchFamily="18" charset="0"/>
              </a:rPr>
              <a:t> </a:t>
            </a:r>
            <a:r>
              <a:rPr lang="en-US" altLang="zh-CN" sz="3200" dirty="0">
                <a:solidFill>
                  <a:schemeClr val="bg1"/>
                </a:solidFill>
                <a:latin typeface="Times New Roman" panose="02020603050405020304" pitchFamily="18" charset="0"/>
              </a:rPr>
              <a:t>OO Relationships: </a:t>
            </a:r>
            <a:r>
              <a:rPr lang="en-US" altLang="zh-CN" sz="3600" b="1" dirty="0">
                <a:solidFill>
                  <a:schemeClr val="bg1"/>
                </a:solidFill>
                <a:latin typeface="Times New Roman" panose="02020603050405020304" pitchFamily="18" charset="0"/>
              </a:rPr>
              <a:t>Generalization</a:t>
            </a:r>
          </a:p>
        </p:txBody>
      </p:sp>
      <p:sp>
        <p:nvSpPr>
          <p:cNvPr id="38923" name="Rectangle 11">
            <a:extLst>
              <a:ext uri="{FF2B5EF4-FFF2-40B4-BE49-F238E27FC236}">
                <a16:creationId xmlns:a16="http://schemas.microsoft.com/office/drawing/2014/main" id="{85FAB114-B28D-4300-BF5B-A7CA4402473F}"/>
              </a:ext>
            </a:extLst>
          </p:cNvPr>
          <p:cNvSpPr>
            <a:spLocks noChangeArrowheads="1"/>
          </p:cNvSpPr>
          <p:nvPr/>
        </p:nvSpPr>
        <p:spPr bwMode="auto">
          <a:xfrm>
            <a:off x="2057400" y="4953001"/>
            <a:ext cx="7924800"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US" altLang="zh-CN">
                <a:latin typeface="Arial" panose="020B0604020202020204" pitchFamily="34" charset="0"/>
              </a:rPr>
              <a:t>-Inheritance is a required feature of object orientation</a:t>
            </a:r>
          </a:p>
          <a:p>
            <a:pPr>
              <a:spcBef>
                <a:spcPct val="50000"/>
              </a:spcBef>
            </a:pPr>
            <a:r>
              <a:rPr lang="en-US" altLang="zh-CN">
                <a:latin typeface="Arial" panose="020B0604020202020204" pitchFamily="34" charset="0"/>
              </a:rPr>
              <a:t>-Generalization expresses a parent/child relationship among related classes.  </a:t>
            </a:r>
          </a:p>
          <a:p>
            <a:pPr>
              <a:spcBef>
                <a:spcPct val="50000"/>
              </a:spcBef>
              <a:buFontTx/>
              <a:buChar char="-"/>
            </a:pPr>
            <a:r>
              <a:rPr lang="en-US" altLang="zh-CN">
                <a:latin typeface="Arial" panose="020B0604020202020204" pitchFamily="34" charset="0"/>
              </a:rPr>
              <a:t>Used for abstracting details in several layers</a:t>
            </a:r>
          </a:p>
        </p:txBody>
      </p:sp>
      <p:sp>
        <p:nvSpPr>
          <p:cNvPr id="38924" name="AutoShape 12">
            <a:extLst>
              <a:ext uri="{FF2B5EF4-FFF2-40B4-BE49-F238E27FC236}">
                <a16:creationId xmlns:a16="http://schemas.microsoft.com/office/drawing/2014/main" id="{F7AA5E89-FA40-4B98-A808-21AE4A3C3125}"/>
              </a:ext>
            </a:extLst>
          </p:cNvPr>
          <p:cNvSpPr>
            <a:spLocks noChangeArrowheads="1"/>
          </p:cNvSpPr>
          <p:nvPr/>
        </p:nvSpPr>
        <p:spPr bwMode="auto">
          <a:xfrm>
            <a:off x="8305800" y="2476500"/>
            <a:ext cx="228600" cy="304800"/>
          </a:xfrm>
          <a:prstGeom prst="triangle">
            <a:avLst>
              <a:gd name="adj" fmla="val 50000"/>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38925" name="Rectangle 13">
            <a:extLst>
              <a:ext uri="{FF2B5EF4-FFF2-40B4-BE49-F238E27FC236}">
                <a16:creationId xmlns:a16="http://schemas.microsoft.com/office/drawing/2014/main" id="{157B6D70-A43B-4C9F-9A48-B62D29243ADB}"/>
              </a:ext>
            </a:extLst>
          </p:cNvPr>
          <p:cNvSpPr>
            <a:spLocks noChangeArrowheads="1"/>
          </p:cNvSpPr>
          <p:nvPr/>
        </p:nvSpPr>
        <p:spPr bwMode="auto">
          <a:xfrm>
            <a:off x="7607300" y="2057400"/>
            <a:ext cx="1536700" cy="3810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38926" name="Line 14">
            <a:extLst>
              <a:ext uri="{FF2B5EF4-FFF2-40B4-BE49-F238E27FC236}">
                <a16:creationId xmlns:a16="http://schemas.microsoft.com/office/drawing/2014/main" id="{083A55E4-0943-43EF-88BA-CD16A2E7D86E}"/>
              </a:ext>
            </a:extLst>
          </p:cNvPr>
          <p:cNvSpPr>
            <a:spLocks noChangeShapeType="1"/>
          </p:cNvSpPr>
          <p:nvPr/>
        </p:nvSpPr>
        <p:spPr bwMode="auto">
          <a:xfrm>
            <a:off x="8420100" y="2806700"/>
            <a:ext cx="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38927" name="Line 15">
            <a:extLst>
              <a:ext uri="{FF2B5EF4-FFF2-40B4-BE49-F238E27FC236}">
                <a16:creationId xmlns:a16="http://schemas.microsoft.com/office/drawing/2014/main" id="{31E65B74-DBF4-4C3F-B558-9279724CFAB0}"/>
              </a:ext>
            </a:extLst>
          </p:cNvPr>
          <p:cNvSpPr>
            <a:spLocks noChangeShapeType="1"/>
          </p:cNvSpPr>
          <p:nvPr/>
        </p:nvSpPr>
        <p:spPr bwMode="auto">
          <a:xfrm>
            <a:off x="7315200" y="3124200"/>
            <a:ext cx="2057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38928" name="Rectangle 16">
            <a:extLst>
              <a:ext uri="{FF2B5EF4-FFF2-40B4-BE49-F238E27FC236}">
                <a16:creationId xmlns:a16="http://schemas.microsoft.com/office/drawing/2014/main" id="{27851644-CA52-4BA3-A368-616115DAA231}"/>
              </a:ext>
            </a:extLst>
          </p:cNvPr>
          <p:cNvSpPr>
            <a:spLocks noChangeArrowheads="1"/>
          </p:cNvSpPr>
          <p:nvPr/>
        </p:nvSpPr>
        <p:spPr bwMode="auto">
          <a:xfrm>
            <a:off x="6654800" y="3606800"/>
            <a:ext cx="1447800" cy="5080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zh-CN" sz="1600">
                <a:latin typeface="Times New Roman" panose="02020603050405020304" pitchFamily="18" charset="0"/>
              </a:rPr>
              <a:t>Regular </a:t>
            </a:r>
          </a:p>
          <a:p>
            <a:pPr algn="ctr" eaLnBrk="1" hangingPunct="1"/>
            <a:r>
              <a:rPr lang="en-US" altLang="zh-CN" sz="1600">
                <a:latin typeface="Times New Roman" panose="02020603050405020304" pitchFamily="18" charset="0"/>
              </a:rPr>
              <a:t>Customer</a:t>
            </a:r>
          </a:p>
        </p:txBody>
      </p:sp>
      <p:sp>
        <p:nvSpPr>
          <p:cNvPr id="38929" name="Rectangle 17">
            <a:extLst>
              <a:ext uri="{FF2B5EF4-FFF2-40B4-BE49-F238E27FC236}">
                <a16:creationId xmlns:a16="http://schemas.microsoft.com/office/drawing/2014/main" id="{05F96A54-A739-48D1-AF36-57B1F36D42D6}"/>
              </a:ext>
            </a:extLst>
          </p:cNvPr>
          <p:cNvSpPr>
            <a:spLocks noChangeArrowheads="1"/>
          </p:cNvSpPr>
          <p:nvPr/>
        </p:nvSpPr>
        <p:spPr bwMode="auto">
          <a:xfrm>
            <a:off x="8686800" y="3619500"/>
            <a:ext cx="1524000" cy="49530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zh-CN" sz="1600">
                <a:latin typeface="Times New Roman" panose="02020603050405020304" pitchFamily="18" charset="0"/>
              </a:rPr>
              <a:t>Loyalty</a:t>
            </a:r>
          </a:p>
          <a:p>
            <a:pPr algn="ctr" eaLnBrk="1" hangingPunct="1"/>
            <a:r>
              <a:rPr lang="en-US" altLang="zh-CN" sz="1600">
                <a:latin typeface="Times New Roman" panose="02020603050405020304" pitchFamily="18" charset="0"/>
              </a:rPr>
              <a:t> Customer</a:t>
            </a:r>
          </a:p>
        </p:txBody>
      </p:sp>
      <p:sp>
        <p:nvSpPr>
          <p:cNvPr id="38930" name="Text Box 18">
            <a:extLst>
              <a:ext uri="{FF2B5EF4-FFF2-40B4-BE49-F238E27FC236}">
                <a16:creationId xmlns:a16="http://schemas.microsoft.com/office/drawing/2014/main" id="{D0BF0ACB-BE33-43AC-B179-8087838E63B2}"/>
              </a:ext>
            </a:extLst>
          </p:cNvPr>
          <p:cNvSpPr txBox="1">
            <a:spLocks noChangeArrowheads="1"/>
          </p:cNvSpPr>
          <p:nvPr/>
        </p:nvSpPr>
        <p:spPr bwMode="auto">
          <a:xfrm>
            <a:off x="7759700" y="2057401"/>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2000">
                <a:latin typeface="Times New Roman" panose="02020603050405020304" pitchFamily="18" charset="0"/>
              </a:rPr>
              <a:t>Customer</a:t>
            </a:r>
          </a:p>
        </p:txBody>
      </p:sp>
      <p:sp>
        <p:nvSpPr>
          <p:cNvPr id="38931" name="Text Box 19">
            <a:extLst>
              <a:ext uri="{FF2B5EF4-FFF2-40B4-BE49-F238E27FC236}">
                <a16:creationId xmlns:a16="http://schemas.microsoft.com/office/drawing/2014/main" id="{252F4785-AE90-44F8-9CB8-F8731AA364A6}"/>
              </a:ext>
            </a:extLst>
          </p:cNvPr>
          <p:cNvSpPr txBox="1">
            <a:spLocks noChangeArrowheads="1"/>
          </p:cNvSpPr>
          <p:nvPr/>
        </p:nvSpPr>
        <p:spPr bwMode="auto">
          <a:xfrm>
            <a:off x="6324600" y="2044700"/>
            <a:ext cx="1143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zh-CN" altLang="en-US" sz="1600">
                <a:latin typeface="Times New Roman" panose="02020603050405020304" pitchFamily="18" charset="0"/>
              </a:rPr>
              <a:t>  </a:t>
            </a:r>
            <a:r>
              <a:rPr lang="en-US" altLang="zh-CN" sz="1600">
                <a:latin typeface="Times New Roman" panose="02020603050405020304" pitchFamily="18" charset="0"/>
              </a:rPr>
              <a:t>Example:</a:t>
            </a:r>
          </a:p>
        </p:txBody>
      </p:sp>
      <p:sp>
        <p:nvSpPr>
          <p:cNvPr id="38932" name="Line 20">
            <a:extLst>
              <a:ext uri="{FF2B5EF4-FFF2-40B4-BE49-F238E27FC236}">
                <a16:creationId xmlns:a16="http://schemas.microsoft.com/office/drawing/2014/main" id="{A4C32467-20B2-4F96-83EB-0C382093864F}"/>
              </a:ext>
            </a:extLst>
          </p:cNvPr>
          <p:cNvSpPr>
            <a:spLocks noChangeShapeType="1"/>
          </p:cNvSpPr>
          <p:nvPr/>
        </p:nvSpPr>
        <p:spPr bwMode="auto">
          <a:xfrm>
            <a:off x="5041900" y="3581400"/>
            <a:ext cx="1588"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38933" name="Line 21">
            <a:extLst>
              <a:ext uri="{FF2B5EF4-FFF2-40B4-BE49-F238E27FC236}">
                <a16:creationId xmlns:a16="http://schemas.microsoft.com/office/drawing/2014/main" id="{BB3AD631-89D3-4646-9E4F-97D2A8FE70CC}"/>
              </a:ext>
            </a:extLst>
          </p:cNvPr>
          <p:cNvSpPr>
            <a:spLocks noChangeShapeType="1"/>
          </p:cNvSpPr>
          <p:nvPr/>
        </p:nvSpPr>
        <p:spPr bwMode="auto">
          <a:xfrm>
            <a:off x="7315200" y="3124200"/>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38934" name="Line 22">
            <a:extLst>
              <a:ext uri="{FF2B5EF4-FFF2-40B4-BE49-F238E27FC236}">
                <a16:creationId xmlns:a16="http://schemas.microsoft.com/office/drawing/2014/main" id="{43293704-0474-402B-A1EC-AD6BB077C177}"/>
              </a:ext>
            </a:extLst>
          </p:cNvPr>
          <p:cNvSpPr>
            <a:spLocks noChangeShapeType="1"/>
          </p:cNvSpPr>
          <p:nvPr/>
        </p:nvSpPr>
        <p:spPr bwMode="auto">
          <a:xfrm>
            <a:off x="9372600" y="3124200"/>
            <a:ext cx="0" cy="5334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38935" name="Line 23">
            <a:extLst>
              <a:ext uri="{FF2B5EF4-FFF2-40B4-BE49-F238E27FC236}">
                <a16:creationId xmlns:a16="http://schemas.microsoft.com/office/drawing/2014/main" id="{56D10826-10E4-4154-998F-E8C9C4B62DE5}"/>
              </a:ext>
            </a:extLst>
          </p:cNvPr>
          <p:cNvSpPr>
            <a:spLocks noChangeShapeType="1"/>
          </p:cNvSpPr>
          <p:nvPr/>
        </p:nvSpPr>
        <p:spPr bwMode="auto">
          <a:xfrm flipV="1">
            <a:off x="4051300" y="2984500"/>
            <a:ext cx="1588" cy="609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38936" name="Text Box 28">
            <a:extLst>
              <a:ext uri="{FF2B5EF4-FFF2-40B4-BE49-F238E27FC236}">
                <a16:creationId xmlns:a16="http://schemas.microsoft.com/office/drawing/2014/main" id="{3399AA45-8742-4CB5-801A-91F80D0B576E}"/>
              </a:ext>
            </a:extLst>
          </p:cNvPr>
          <p:cNvSpPr txBox="1">
            <a:spLocks noChangeArrowheads="1"/>
          </p:cNvSpPr>
          <p:nvPr/>
        </p:nvSpPr>
        <p:spPr bwMode="auto">
          <a:xfrm>
            <a:off x="6413500" y="4330700"/>
            <a:ext cx="1143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zh-CN" altLang="en-US" sz="1600">
                <a:latin typeface="Times New Roman" panose="02020603050405020304" pitchFamily="18" charset="0"/>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a:extLst>
              <a:ext uri="{FF2B5EF4-FFF2-40B4-BE49-F238E27FC236}">
                <a16:creationId xmlns:a16="http://schemas.microsoft.com/office/drawing/2014/main" id="{9544EEA0-A1F7-49AD-8014-9A35368CCA6E}"/>
              </a:ext>
            </a:extLst>
          </p:cNvPr>
          <p:cNvSpPr>
            <a:spLocks noGrp="1" noChangeArrowheads="1"/>
          </p:cNvSpPr>
          <p:nvPr>
            <p:ph type="title"/>
          </p:nvPr>
        </p:nvSpPr>
        <p:spPr>
          <a:xfrm>
            <a:off x="2971800" y="762001"/>
            <a:ext cx="6858000" cy="1034129"/>
          </a:xfrm>
          <a:noFill/>
          <a:extLst>
            <a:ext uri="{91240B29-F687-4F45-9708-019B960494DF}">
              <a14:hiddenLine xmlns:a14="http://schemas.microsoft.com/office/drawing/2010/main" w="12700" cap="sq" cmpd="sng" algn="ctr">
                <a:solidFill>
                  <a:schemeClr val="tx1"/>
                </a:solidFill>
                <a:prstDash val="solid"/>
                <a:miter lim="800000"/>
                <a:headEnd type="none" w="sm" len="sm"/>
                <a:tailEnd type="none" w="sm" len="sm"/>
              </a14:hiddenLine>
            </a:ext>
          </a:extLst>
        </p:spPr>
        <p:txBody>
          <a:bodyPr anchor="t">
            <a:spAutoFit/>
          </a:bodyPr>
          <a:lstStyle/>
          <a:p>
            <a:pPr>
              <a:spcBef>
                <a:spcPct val="50000"/>
              </a:spcBef>
            </a:pPr>
            <a:r>
              <a:rPr lang="zh-CN" altLang="en-US" sz="3600" dirty="0">
                <a:latin typeface="Times New Roman" panose="02020603050405020304" pitchFamily="18" charset="0"/>
              </a:rPr>
              <a:t> </a:t>
            </a:r>
            <a:r>
              <a:rPr lang="en-US" altLang="zh-CN" sz="3600" dirty="0">
                <a:latin typeface="Times New Roman" panose="02020603050405020304" pitchFamily="18" charset="0"/>
              </a:rPr>
              <a:t>OO Relationships: </a:t>
            </a:r>
            <a:r>
              <a:rPr lang="en-US" altLang="zh-CN" sz="3600" b="1" dirty="0">
                <a:latin typeface="Times New Roman" panose="02020603050405020304" pitchFamily="18" charset="0"/>
              </a:rPr>
              <a:t>Association</a:t>
            </a:r>
          </a:p>
        </p:txBody>
      </p:sp>
      <p:sp>
        <p:nvSpPr>
          <p:cNvPr id="40963" name="Rectangle 2">
            <a:extLst>
              <a:ext uri="{FF2B5EF4-FFF2-40B4-BE49-F238E27FC236}">
                <a16:creationId xmlns:a16="http://schemas.microsoft.com/office/drawing/2014/main" id="{09C8AA1D-BFAA-49A2-8041-B41D97C7748F}"/>
              </a:ext>
            </a:extLst>
          </p:cNvPr>
          <p:cNvSpPr>
            <a:spLocks noGrp="1" noChangeArrowheads="1"/>
          </p:cNvSpPr>
          <p:nvPr>
            <p:ph idx="1"/>
          </p:nvPr>
        </p:nvSpPr>
        <p:spPr bwMode="auto">
          <a:xfrm>
            <a:off x="1981200" y="2286000"/>
            <a:ext cx="8229600" cy="4114800"/>
          </a:xfrm>
        </p:spPr>
        <p:txBody>
          <a:bodyPr wrap="square" numCol="1" anchor="t" anchorCtr="0" compatLnSpc="1">
            <a:prstTxWarp prst="textNoShape">
              <a:avLst/>
            </a:prstTxWarp>
          </a:bodyPr>
          <a:lstStyle/>
          <a:p>
            <a:r>
              <a:rPr lang="en-US" altLang="zh-CN" sz="2400">
                <a:latin typeface="Arial" panose="020B0604020202020204" pitchFamily="34" charset="0"/>
              </a:rPr>
              <a:t>Represent relationship between instances of classes</a:t>
            </a:r>
          </a:p>
          <a:p>
            <a:pPr lvl="1">
              <a:buClr>
                <a:schemeClr val="tx1"/>
              </a:buClr>
              <a:buFont typeface="Wingdings" panose="05000000000000000000" pitchFamily="2" charset="2"/>
              <a:buChar char="Ø"/>
            </a:pPr>
            <a:r>
              <a:rPr lang="en-US" altLang="zh-CN" sz="1600">
                <a:latin typeface="Arial" panose="020B0604020202020204" pitchFamily="34" charset="0"/>
              </a:rPr>
              <a:t>Student enrolls in a course</a:t>
            </a:r>
          </a:p>
          <a:p>
            <a:pPr lvl="1">
              <a:buClr>
                <a:schemeClr val="tx1"/>
              </a:buClr>
              <a:buFont typeface="Wingdings" panose="05000000000000000000" pitchFamily="2" charset="2"/>
              <a:buChar char="Ø"/>
            </a:pPr>
            <a:r>
              <a:rPr lang="en-US" altLang="zh-CN" sz="1600">
                <a:latin typeface="Arial" panose="020B0604020202020204" pitchFamily="34" charset="0"/>
              </a:rPr>
              <a:t>Courses have students</a:t>
            </a:r>
          </a:p>
          <a:p>
            <a:pPr lvl="1">
              <a:buClr>
                <a:schemeClr val="tx1"/>
              </a:buClr>
              <a:buFont typeface="Wingdings" panose="05000000000000000000" pitchFamily="2" charset="2"/>
              <a:buChar char="Ø"/>
            </a:pPr>
            <a:r>
              <a:rPr lang="en-US" altLang="zh-CN" sz="1600">
                <a:latin typeface="Arial" panose="020B0604020202020204" pitchFamily="34" charset="0"/>
              </a:rPr>
              <a:t>Courses have exams</a:t>
            </a:r>
          </a:p>
          <a:p>
            <a:pPr lvl="1">
              <a:buClr>
                <a:schemeClr val="tx1"/>
              </a:buClr>
              <a:buFont typeface="Wingdings" panose="05000000000000000000" pitchFamily="2" charset="2"/>
              <a:buChar char="Ø"/>
            </a:pPr>
            <a:r>
              <a:rPr lang="en-US" altLang="zh-CN" sz="1600">
                <a:latin typeface="Arial" panose="020B0604020202020204" pitchFamily="34" charset="0"/>
              </a:rPr>
              <a:t>Etc.</a:t>
            </a:r>
          </a:p>
          <a:p>
            <a:pPr lvl="1">
              <a:buClr>
                <a:schemeClr val="tx1"/>
              </a:buClr>
              <a:buFont typeface="Wingdings" panose="05000000000000000000" pitchFamily="2" charset="2"/>
              <a:buChar char="Ø"/>
            </a:pPr>
            <a:endParaRPr lang="en-US" altLang="zh-CN" sz="1600">
              <a:latin typeface="Arial" panose="020B0604020202020204" pitchFamily="34" charset="0"/>
            </a:endParaRPr>
          </a:p>
          <a:p>
            <a:r>
              <a:rPr lang="en-US" altLang="zh-CN" sz="2400">
                <a:latin typeface="Arial" panose="020B0604020202020204" pitchFamily="34" charset="0"/>
              </a:rPr>
              <a:t>Association has two ends</a:t>
            </a:r>
          </a:p>
          <a:p>
            <a:pPr lvl="1">
              <a:buClr>
                <a:schemeClr val="tx1"/>
              </a:buClr>
              <a:buFont typeface="Wingdings" panose="05000000000000000000" pitchFamily="2" charset="2"/>
              <a:buChar char="Ø"/>
            </a:pPr>
            <a:r>
              <a:rPr lang="en-US" altLang="zh-CN" sz="1600">
                <a:latin typeface="Arial" panose="020B0604020202020204" pitchFamily="34" charset="0"/>
              </a:rPr>
              <a:t>Role names (e.g. enrolls)</a:t>
            </a:r>
          </a:p>
          <a:p>
            <a:pPr lvl="1">
              <a:buClr>
                <a:schemeClr val="tx1"/>
              </a:buClr>
              <a:buFont typeface="Wingdings" panose="05000000000000000000" pitchFamily="2" charset="2"/>
              <a:buChar char="Ø"/>
            </a:pPr>
            <a:r>
              <a:rPr lang="en-US" altLang="zh-CN" sz="1600">
                <a:latin typeface="Arial" panose="020B0604020202020204" pitchFamily="34" charset="0"/>
              </a:rPr>
              <a:t>Multiplicity (e.g. One course can have many students)</a:t>
            </a:r>
          </a:p>
          <a:p>
            <a:pPr lvl="1">
              <a:buClr>
                <a:schemeClr val="tx1"/>
              </a:buClr>
              <a:buFont typeface="Wingdings" panose="05000000000000000000" pitchFamily="2" charset="2"/>
              <a:buChar char="Ø"/>
            </a:pPr>
            <a:r>
              <a:rPr lang="en-US" altLang="zh-CN" sz="1600">
                <a:latin typeface="Arial" panose="020B0604020202020204" pitchFamily="34" charset="0"/>
              </a:rPr>
              <a:t>Navigability (unidirectional, bidirectional)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F7EED90-441C-4166-86C3-D27275E43186}"/>
              </a:ext>
            </a:extLst>
          </p:cNvPr>
          <p:cNvSpPr>
            <a:spLocks noGrp="1" noChangeArrowheads="1"/>
          </p:cNvSpPr>
          <p:nvPr>
            <p:ph type="title"/>
          </p:nvPr>
        </p:nvSpPr>
        <p:spPr/>
        <p:txBody>
          <a:bodyPr/>
          <a:lstStyle/>
          <a:p>
            <a:r>
              <a:rPr lang="en-US" altLang="zh-CN" sz="3200"/>
              <a:t>Association: Multiplicity and Roles</a:t>
            </a:r>
          </a:p>
        </p:txBody>
      </p:sp>
      <p:sp>
        <p:nvSpPr>
          <p:cNvPr id="43021" name="Text Box 13">
            <a:extLst>
              <a:ext uri="{FF2B5EF4-FFF2-40B4-BE49-F238E27FC236}">
                <a16:creationId xmlns:a16="http://schemas.microsoft.com/office/drawing/2014/main" id="{9BB73D9C-98A8-4E0D-8E98-694E015862F9}"/>
              </a:ext>
            </a:extLst>
          </p:cNvPr>
          <p:cNvSpPr txBox="1">
            <a:spLocks noChangeArrowheads="1"/>
          </p:cNvSpPr>
          <p:nvPr/>
        </p:nvSpPr>
        <p:spPr bwMode="auto">
          <a:xfrm>
            <a:off x="1202919" y="4038600"/>
            <a:ext cx="4689881" cy="2569934"/>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a:solidFill>
                  <a:schemeClr val="tx1"/>
                </a:solidFill>
                <a:latin typeface="Tahoma" panose="020B0604030504040204" pitchFamily="34" charset="0"/>
              </a:defRPr>
            </a:lvl1pPr>
            <a:lvl2pPr marL="914400" indent="-457200">
              <a:defRPr>
                <a:solidFill>
                  <a:schemeClr val="tx1"/>
                </a:solidFill>
                <a:latin typeface="Tahoma" panose="020B0604030504040204" pitchFamily="34" charset="0"/>
              </a:defRPr>
            </a:lvl2pPr>
            <a:lvl3pPr marL="1371600" indent="-457200">
              <a:defRPr>
                <a:solidFill>
                  <a:schemeClr val="tx1"/>
                </a:solidFill>
                <a:latin typeface="Tahoma" panose="020B0604030504040204" pitchFamily="34" charset="0"/>
              </a:defRPr>
            </a:lvl3pPr>
            <a:lvl4pPr marL="1828800" indent="-457200">
              <a:defRPr>
                <a:solidFill>
                  <a:schemeClr val="tx1"/>
                </a:solidFill>
                <a:latin typeface="Tahoma" panose="020B0604030504040204" pitchFamily="34" charset="0"/>
              </a:defRPr>
            </a:lvl4pPr>
            <a:lvl5pPr marL="2286000" indent="-457200">
              <a:defRPr>
                <a:solidFill>
                  <a:schemeClr val="tx1"/>
                </a:solidFill>
                <a:latin typeface="Tahoma" panose="020B0604030504040204" pitchFamily="34" charset="0"/>
              </a:defRPr>
            </a:lvl5pPr>
            <a:lvl6pPr marL="2743200" indent="-457200" eaLnBrk="0" fontAlgn="base" hangingPunct="0">
              <a:spcBef>
                <a:spcPct val="0"/>
              </a:spcBef>
              <a:spcAft>
                <a:spcPct val="0"/>
              </a:spcAft>
              <a:defRPr>
                <a:solidFill>
                  <a:schemeClr val="tx1"/>
                </a:solidFill>
                <a:latin typeface="Tahoma" panose="020B0604030504040204" pitchFamily="34" charset="0"/>
              </a:defRPr>
            </a:lvl6pPr>
            <a:lvl7pPr marL="3200400" indent="-457200" eaLnBrk="0" fontAlgn="base" hangingPunct="0">
              <a:spcBef>
                <a:spcPct val="0"/>
              </a:spcBef>
              <a:spcAft>
                <a:spcPct val="0"/>
              </a:spcAft>
              <a:defRPr>
                <a:solidFill>
                  <a:schemeClr val="tx1"/>
                </a:solidFill>
                <a:latin typeface="Tahoma" panose="020B0604030504040204" pitchFamily="34" charset="0"/>
              </a:defRPr>
            </a:lvl7pPr>
            <a:lvl8pPr marL="3657600" indent="-457200" eaLnBrk="0" fontAlgn="base" hangingPunct="0">
              <a:spcBef>
                <a:spcPct val="0"/>
              </a:spcBef>
              <a:spcAft>
                <a:spcPct val="0"/>
              </a:spcAft>
              <a:defRPr>
                <a:solidFill>
                  <a:schemeClr val="tx1"/>
                </a:solidFill>
                <a:latin typeface="Tahoma" panose="020B0604030504040204" pitchFamily="34" charset="0"/>
              </a:defRPr>
            </a:lvl8pPr>
            <a:lvl9pPr marL="4114800" indent="-4572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zh-CN" sz="1400" b="1" dirty="0">
                <a:solidFill>
                  <a:schemeClr val="folHlink"/>
                </a:solidFill>
                <a:latin typeface="Arial" panose="020B0604020202020204" pitchFamily="34" charset="0"/>
              </a:rPr>
              <a:t>Multiplicity</a:t>
            </a:r>
          </a:p>
          <a:p>
            <a:pPr eaLnBrk="1" hangingPunct="1">
              <a:spcBef>
                <a:spcPct val="50000"/>
              </a:spcBef>
            </a:pPr>
            <a:r>
              <a:rPr lang="en-US" altLang="zh-CN" sz="1400" u="sng" dirty="0">
                <a:latin typeface="Arial" panose="020B0604020202020204" pitchFamily="34" charset="0"/>
              </a:rPr>
              <a:t>Symbol	Meaning</a:t>
            </a:r>
          </a:p>
          <a:p>
            <a:pPr eaLnBrk="1" hangingPunct="1">
              <a:spcBef>
                <a:spcPct val="50000"/>
              </a:spcBef>
            </a:pPr>
            <a:r>
              <a:rPr lang="en-US" altLang="zh-CN" sz="1400" dirty="0">
                <a:latin typeface="Arial" panose="020B0604020202020204" pitchFamily="34" charset="0"/>
              </a:rPr>
              <a:t>1		One and only one</a:t>
            </a:r>
          </a:p>
          <a:p>
            <a:pPr eaLnBrk="1" hangingPunct="1">
              <a:spcBef>
                <a:spcPct val="50000"/>
              </a:spcBef>
            </a:pPr>
            <a:r>
              <a:rPr lang="en-US" altLang="zh-CN" sz="1400" dirty="0">
                <a:latin typeface="Arial" panose="020B0604020202020204" pitchFamily="34" charset="0"/>
              </a:rPr>
              <a:t>0..1		Zero or one</a:t>
            </a:r>
          </a:p>
          <a:p>
            <a:pPr eaLnBrk="1" hangingPunct="1">
              <a:spcBef>
                <a:spcPct val="50000"/>
              </a:spcBef>
            </a:pPr>
            <a:r>
              <a:rPr lang="en-US" altLang="zh-CN" sz="1400" dirty="0">
                <a:latin typeface="Arial" panose="020B0604020202020204" pitchFamily="34" charset="0"/>
              </a:rPr>
              <a:t>M..N		From M to N (natural language)</a:t>
            </a:r>
          </a:p>
          <a:p>
            <a:pPr eaLnBrk="1" hangingPunct="1">
              <a:spcBef>
                <a:spcPct val="50000"/>
              </a:spcBef>
            </a:pPr>
            <a:r>
              <a:rPr lang="en-US" altLang="zh-CN" sz="1400" dirty="0">
                <a:latin typeface="Arial" panose="020B0604020202020204" pitchFamily="34" charset="0"/>
              </a:rPr>
              <a:t>*		From zero to any positive integer</a:t>
            </a:r>
          </a:p>
          <a:p>
            <a:pPr eaLnBrk="1" hangingPunct="1">
              <a:spcBef>
                <a:spcPct val="50000"/>
              </a:spcBef>
            </a:pPr>
            <a:r>
              <a:rPr lang="en-US" altLang="zh-CN" sz="1400" dirty="0">
                <a:latin typeface="Arial" panose="020B0604020202020204" pitchFamily="34" charset="0"/>
              </a:rPr>
              <a:t>0..*		From zero to any positive integer</a:t>
            </a:r>
          </a:p>
          <a:p>
            <a:pPr eaLnBrk="1" hangingPunct="1">
              <a:spcBef>
                <a:spcPct val="50000"/>
              </a:spcBef>
            </a:pPr>
            <a:r>
              <a:rPr lang="en-US" altLang="zh-CN" sz="1400" dirty="0">
                <a:latin typeface="Arial" panose="020B0604020202020204" pitchFamily="34" charset="0"/>
              </a:rPr>
              <a:t>1..*		From one to any positive integer</a:t>
            </a:r>
          </a:p>
        </p:txBody>
      </p:sp>
      <p:sp>
        <p:nvSpPr>
          <p:cNvPr id="43024" name="Text Box 16">
            <a:extLst>
              <a:ext uri="{FF2B5EF4-FFF2-40B4-BE49-F238E27FC236}">
                <a16:creationId xmlns:a16="http://schemas.microsoft.com/office/drawing/2014/main" id="{48D478D1-6377-4D0F-9005-5A839CBA4310}"/>
              </a:ext>
            </a:extLst>
          </p:cNvPr>
          <p:cNvSpPr txBox="1">
            <a:spLocks noChangeArrowheads="1"/>
          </p:cNvSpPr>
          <p:nvPr/>
        </p:nvSpPr>
        <p:spPr bwMode="auto">
          <a:xfrm>
            <a:off x="8391525" y="4045707"/>
            <a:ext cx="6000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1600" i="1" dirty="0">
                <a:latin typeface="Arial" panose="020B0604020202020204" pitchFamily="34" charset="0"/>
              </a:rPr>
              <a:t>Role</a:t>
            </a:r>
          </a:p>
        </p:txBody>
      </p:sp>
      <p:sp>
        <p:nvSpPr>
          <p:cNvPr id="43026" name="Text Box 18">
            <a:extLst>
              <a:ext uri="{FF2B5EF4-FFF2-40B4-BE49-F238E27FC236}">
                <a16:creationId xmlns:a16="http://schemas.microsoft.com/office/drawing/2014/main" id="{D3990371-1910-4245-963E-088CB48F6842}"/>
              </a:ext>
            </a:extLst>
          </p:cNvPr>
          <p:cNvSpPr txBox="1">
            <a:spLocks noChangeArrowheads="1"/>
          </p:cNvSpPr>
          <p:nvPr/>
        </p:nvSpPr>
        <p:spPr bwMode="auto">
          <a:xfrm>
            <a:off x="6486525" y="4495801"/>
            <a:ext cx="4689881" cy="1692771"/>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en-US" altLang="zh-CN" sz="1600" b="1" dirty="0">
                <a:solidFill>
                  <a:schemeClr val="folHlink"/>
                </a:solidFill>
                <a:latin typeface="Arial" panose="020B0604020202020204" pitchFamily="34" charset="0"/>
              </a:rPr>
              <a:t>Role</a:t>
            </a:r>
          </a:p>
          <a:p>
            <a:pPr eaLnBrk="1" hangingPunct="1">
              <a:spcBef>
                <a:spcPct val="50000"/>
              </a:spcBef>
            </a:pPr>
            <a:r>
              <a:rPr lang="en-US" altLang="zh-CN" sz="1600" i="1" dirty="0">
                <a:latin typeface="Arial" panose="020B0604020202020204" pitchFamily="34" charset="0"/>
              </a:rPr>
              <a:t>“A given university groups many people; some act as students, others as teachers.  A given student belongs to a single university; a given teacher may or may not be working for the university at a particular time.”</a:t>
            </a:r>
          </a:p>
        </p:txBody>
      </p:sp>
      <p:sp>
        <p:nvSpPr>
          <p:cNvPr id="2" name="Rectangle 3">
            <a:extLst>
              <a:ext uri="{FF2B5EF4-FFF2-40B4-BE49-F238E27FC236}">
                <a16:creationId xmlns:a16="http://schemas.microsoft.com/office/drawing/2014/main" id="{81F7113A-D963-5664-03F0-F5E8DFB2CF20}"/>
              </a:ext>
            </a:extLst>
          </p:cNvPr>
          <p:cNvSpPr>
            <a:spLocks noChangeArrowheads="1"/>
          </p:cNvSpPr>
          <p:nvPr/>
        </p:nvSpPr>
        <p:spPr bwMode="auto">
          <a:xfrm>
            <a:off x="2841626" y="2341447"/>
            <a:ext cx="1752600" cy="91440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3" name="Text Box 4">
            <a:extLst>
              <a:ext uri="{FF2B5EF4-FFF2-40B4-BE49-F238E27FC236}">
                <a16:creationId xmlns:a16="http://schemas.microsoft.com/office/drawing/2014/main" id="{AB3A870E-79D4-1808-3945-62302C7ADC88}"/>
              </a:ext>
            </a:extLst>
          </p:cNvPr>
          <p:cNvSpPr txBox="1">
            <a:spLocks noChangeArrowheads="1"/>
          </p:cNvSpPr>
          <p:nvPr/>
        </p:nvSpPr>
        <p:spPr bwMode="auto">
          <a:xfrm>
            <a:off x="3146426" y="2601797"/>
            <a:ext cx="1074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1600">
                <a:latin typeface="Arial" panose="020B0604020202020204" pitchFamily="34" charset="0"/>
              </a:rPr>
              <a:t>University</a:t>
            </a:r>
          </a:p>
        </p:txBody>
      </p:sp>
      <p:sp>
        <p:nvSpPr>
          <p:cNvPr id="4" name="Rectangle 5">
            <a:extLst>
              <a:ext uri="{FF2B5EF4-FFF2-40B4-BE49-F238E27FC236}">
                <a16:creationId xmlns:a16="http://schemas.microsoft.com/office/drawing/2014/main" id="{C4CDDEF5-6EA3-BE3C-564E-CDA2774FD8DF}"/>
              </a:ext>
            </a:extLst>
          </p:cNvPr>
          <p:cNvSpPr>
            <a:spLocks noChangeArrowheads="1"/>
          </p:cNvSpPr>
          <p:nvPr/>
        </p:nvSpPr>
        <p:spPr bwMode="auto">
          <a:xfrm>
            <a:off x="7658101" y="2341447"/>
            <a:ext cx="1752600" cy="91440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5" name="Text Box 6">
            <a:extLst>
              <a:ext uri="{FF2B5EF4-FFF2-40B4-BE49-F238E27FC236}">
                <a16:creationId xmlns:a16="http://schemas.microsoft.com/office/drawing/2014/main" id="{967C66A0-3DDD-28B5-586A-AF7BEC0B064E}"/>
              </a:ext>
            </a:extLst>
          </p:cNvPr>
          <p:cNvSpPr txBox="1">
            <a:spLocks noChangeArrowheads="1"/>
          </p:cNvSpPr>
          <p:nvPr/>
        </p:nvSpPr>
        <p:spPr bwMode="auto">
          <a:xfrm>
            <a:off x="8099426" y="2601797"/>
            <a:ext cx="8270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1600">
                <a:latin typeface="Arial" panose="020B0604020202020204" pitchFamily="34" charset="0"/>
              </a:rPr>
              <a:t>Person</a:t>
            </a:r>
          </a:p>
        </p:txBody>
      </p:sp>
      <p:sp>
        <p:nvSpPr>
          <p:cNvPr id="6" name="Line 7">
            <a:extLst>
              <a:ext uri="{FF2B5EF4-FFF2-40B4-BE49-F238E27FC236}">
                <a16:creationId xmlns:a16="http://schemas.microsoft.com/office/drawing/2014/main" id="{5DB643ED-D5D0-2038-F3CF-AF6C4822B5E0}"/>
              </a:ext>
            </a:extLst>
          </p:cNvPr>
          <p:cNvSpPr>
            <a:spLocks noChangeShapeType="1"/>
          </p:cNvSpPr>
          <p:nvPr/>
        </p:nvSpPr>
        <p:spPr bwMode="auto">
          <a:xfrm>
            <a:off x="4594226" y="3103447"/>
            <a:ext cx="30480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PK"/>
          </a:p>
        </p:txBody>
      </p:sp>
      <p:sp>
        <p:nvSpPr>
          <p:cNvPr id="7" name="Line 8">
            <a:extLst>
              <a:ext uri="{FF2B5EF4-FFF2-40B4-BE49-F238E27FC236}">
                <a16:creationId xmlns:a16="http://schemas.microsoft.com/office/drawing/2014/main" id="{7A36AFF1-FED7-E1B6-C189-D0A435D5B68D}"/>
              </a:ext>
            </a:extLst>
          </p:cNvPr>
          <p:cNvSpPr>
            <a:spLocks noChangeShapeType="1"/>
          </p:cNvSpPr>
          <p:nvPr/>
        </p:nvSpPr>
        <p:spPr bwMode="auto">
          <a:xfrm>
            <a:off x="4594226" y="2493847"/>
            <a:ext cx="30480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PK"/>
          </a:p>
        </p:txBody>
      </p:sp>
      <p:sp>
        <p:nvSpPr>
          <p:cNvPr id="8" name="Text Box 9">
            <a:extLst>
              <a:ext uri="{FF2B5EF4-FFF2-40B4-BE49-F238E27FC236}">
                <a16:creationId xmlns:a16="http://schemas.microsoft.com/office/drawing/2014/main" id="{7206DF7D-E6CA-7607-A813-BF9C7FAC8DAE}"/>
              </a:ext>
            </a:extLst>
          </p:cNvPr>
          <p:cNvSpPr txBox="1">
            <a:spLocks noChangeArrowheads="1"/>
          </p:cNvSpPr>
          <p:nvPr/>
        </p:nvSpPr>
        <p:spPr bwMode="auto">
          <a:xfrm>
            <a:off x="4645026" y="2220797"/>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1600">
                <a:latin typeface="Arial" panose="020B0604020202020204" pitchFamily="34" charset="0"/>
              </a:rPr>
              <a:t>1</a:t>
            </a:r>
          </a:p>
        </p:txBody>
      </p:sp>
      <p:sp>
        <p:nvSpPr>
          <p:cNvPr id="9" name="Text Box 10">
            <a:extLst>
              <a:ext uri="{FF2B5EF4-FFF2-40B4-BE49-F238E27FC236}">
                <a16:creationId xmlns:a16="http://schemas.microsoft.com/office/drawing/2014/main" id="{D9254B88-2B62-4EB5-2DC7-9C94B97D2769}"/>
              </a:ext>
            </a:extLst>
          </p:cNvPr>
          <p:cNvSpPr txBox="1">
            <a:spLocks noChangeArrowheads="1"/>
          </p:cNvSpPr>
          <p:nvPr/>
        </p:nvSpPr>
        <p:spPr bwMode="auto">
          <a:xfrm>
            <a:off x="4645026" y="3135197"/>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1600">
                <a:latin typeface="Arial" panose="020B0604020202020204" pitchFamily="34" charset="0"/>
              </a:rPr>
              <a:t>0..1</a:t>
            </a:r>
          </a:p>
        </p:txBody>
      </p:sp>
      <p:sp>
        <p:nvSpPr>
          <p:cNvPr id="10" name="Text Box 11">
            <a:extLst>
              <a:ext uri="{FF2B5EF4-FFF2-40B4-BE49-F238E27FC236}">
                <a16:creationId xmlns:a16="http://schemas.microsoft.com/office/drawing/2014/main" id="{819712EF-18BD-86EA-874D-8B3C6CFE0787}"/>
              </a:ext>
            </a:extLst>
          </p:cNvPr>
          <p:cNvSpPr txBox="1">
            <a:spLocks noChangeArrowheads="1"/>
          </p:cNvSpPr>
          <p:nvPr/>
        </p:nvSpPr>
        <p:spPr bwMode="auto">
          <a:xfrm>
            <a:off x="7235826" y="2220797"/>
            <a:ext cx="263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zh-CN" altLang="en-US" sz="1600">
                <a:latin typeface="Arial" panose="020B0604020202020204" pitchFamily="34" charset="0"/>
              </a:rPr>
              <a:t>*</a:t>
            </a:r>
          </a:p>
        </p:txBody>
      </p:sp>
      <p:sp>
        <p:nvSpPr>
          <p:cNvPr id="11" name="Text Box 12">
            <a:extLst>
              <a:ext uri="{FF2B5EF4-FFF2-40B4-BE49-F238E27FC236}">
                <a16:creationId xmlns:a16="http://schemas.microsoft.com/office/drawing/2014/main" id="{C34089FC-50A2-EDFE-D2E5-F23999625F99}"/>
              </a:ext>
            </a:extLst>
          </p:cNvPr>
          <p:cNvSpPr txBox="1">
            <a:spLocks noChangeArrowheads="1"/>
          </p:cNvSpPr>
          <p:nvPr/>
        </p:nvSpPr>
        <p:spPr bwMode="auto">
          <a:xfrm>
            <a:off x="7312026" y="3135197"/>
            <a:ext cx="263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zh-CN" altLang="en-US" sz="1600">
                <a:latin typeface="Arial" panose="020B0604020202020204" pitchFamily="34" charset="0"/>
              </a:rPr>
              <a:t>*</a:t>
            </a:r>
          </a:p>
        </p:txBody>
      </p:sp>
      <p:sp>
        <p:nvSpPr>
          <p:cNvPr id="12" name="Text Box 14">
            <a:extLst>
              <a:ext uri="{FF2B5EF4-FFF2-40B4-BE49-F238E27FC236}">
                <a16:creationId xmlns:a16="http://schemas.microsoft.com/office/drawing/2014/main" id="{DEDA913B-1467-29C8-B4BE-34E65CECF0ED}"/>
              </a:ext>
            </a:extLst>
          </p:cNvPr>
          <p:cNvSpPr txBox="1">
            <a:spLocks noChangeArrowheads="1"/>
          </p:cNvSpPr>
          <p:nvPr/>
        </p:nvSpPr>
        <p:spPr bwMode="auto">
          <a:xfrm>
            <a:off x="7007226" y="3363797"/>
            <a:ext cx="8620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1600">
                <a:latin typeface="Arial" panose="020B0604020202020204" pitchFamily="34" charset="0"/>
              </a:rPr>
              <a:t>teacher</a:t>
            </a:r>
          </a:p>
        </p:txBody>
      </p:sp>
      <p:sp>
        <p:nvSpPr>
          <p:cNvPr id="13" name="Text Box 15">
            <a:extLst>
              <a:ext uri="{FF2B5EF4-FFF2-40B4-BE49-F238E27FC236}">
                <a16:creationId xmlns:a16="http://schemas.microsoft.com/office/drawing/2014/main" id="{AA80951B-B47E-66F9-FF2B-9091C750C749}"/>
              </a:ext>
            </a:extLst>
          </p:cNvPr>
          <p:cNvSpPr txBox="1">
            <a:spLocks noChangeArrowheads="1"/>
          </p:cNvSpPr>
          <p:nvPr/>
        </p:nvSpPr>
        <p:spPr bwMode="auto">
          <a:xfrm>
            <a:off x="4340226" y="3439997"/>
            <a:ext cx="1019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1600">
                <a:latin typeface="Arial" panose="020B0604020202020204" pitchFamily="34" charset="0"/>
              </a:rPr>
              <a:t>employer</a:t>
            </a:r>
          </a:p>
        </p:txBody>
      </p:sp>
      <p:sp>
        <p:nvSpPr>
          <p:cNvPr id="14" name="Text Box 19">
            <a:extLst>
              <a:ext uri="{FF2B5EF4-FFF2-40B4-BE49-F238E27FC236}">
                <a16:creationId xmlns:a16="http://schemas.microsoft.com/office/drawing/2014/main" id="{647511B7-1FD4-469A-6493-61B85AE1529F}"/>
              </a:ext>
            </a:extLst>
          </p:cNvPr>
          <p:cNvSpPr txBox="1">
            <a:spLocks noChangeArrowheads="1"/>
          </p:cNvSpPr>
          <p:nvPr/>
        </p:nvSpPr>
        <p:spPr bwMode="auto">
          <a:xfrm>
            <a:off x="7007226" y="1839797"/>
            <a:ext cx="850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zh-CN" sz="1600">
                <a:latin typeface="Arial" panose="020B0604020202020204" pitchFamily="34" charset="0"/>
              </a:rPr>
              <a:t>student</a:t>
            </a:r>
          </a:p>
        </p:txBody>
      </p:sp>
      <p:sp>
        <p:nvSpPr>
          <p:cNvPr id="15" name="Line 17">
            <a:extLst>
              <a:ext uri="{FF2B5EF4-FFF2-40B4-BE49-F238E27FC236}">
                <a16:creationId xmlns:a16="http://schemas.microsoft.com/office/drawing/2014/main" id="{C21FAC9D-9451-42D1-B23F-22770ECEA456}"/>
              </a:ext>
            </a:extLst>
          </p:cNvPr>
          <p:cNvSpPr>
            <a:spLocks noChangeShapeType="1"/>
          </p:cNvSpPr>
          <p:nvPr/>
        </p:nvSpPr>
        <p:spPr bwMode="auto">
          <a:xfrm flipH="1" flipV="1">
            <a:off x="7858126" y="3670300"/>
            <a:ext cx="457200" cy="381000"/>
          </a:xfrm>
          <a:prstGeom prst="line">
            <a:avLst/>
          </a:prstGeom>
          <a:noFill/>
          <a:ln w="9525">
            <a:solidFill>
              <a:schemeClr val="accent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PK"/>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1CFFB95F-DF02-4F94-B68F-994347F37F1A}"/>
              </a:ext>
            </a:extLst>
          </p:cNvPr>
          <p:cNvSpPr>
            <a:spLocks noChangeArrowheads="1"/>
          </p:cNvSpPr>
          <p:nvPr/>
        </p:nvSpPr>
        <p:spPr bwMode="auto">
          <a:xfrm>
            <a:off x="2743200" y="533400"/>
            <a:ext cx="7239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zh-CN" sz="2800">
                <a:solidFill>
                  <a:schemeClr val="tx2"/>
                </a:solidFill>
                <a:latin typeface="Times New Roman" panose="02020603050405020304" pitchFamily="18" charset="0"/>
              </a:rPr>
              <a:t>OO Relationships:</a:t>
            </a:r>
            <a:r>
              <a:rPr lang="en-US" altLang="zh-CN" sz="3200">
                <a:solidFill>
                  <a:schemeClr val="tx2"/>
                </a:solidFill>
                <a:latin typeface="Times New Roman" panose="02020603050405020304" pitchFamily="18" charset="0"/>
              </a:rPr>
              <a:t> </a:t>
            </a:r>
            <a:r>
              <a:rPr lang="en-US" altLang="zh-CN" sz="3200" b="1">
                <a:solidFill>
                  <a:schemeClr val="folHlink"/>
                </a:solidFill>
                <a:latin typeface="Times New Roman" panose="02020603050405020304" pitchFamily="18" charset="0"/>
              </a:rPr>
              <a:t>Composition</a:t>
            </a:r>
          </a:p>
        </p:txBody>
      </p:sp>
      <p:sp>
        <p:nvSpPr>
          <p:cNvPr id="49155" name="Rectangle 3">
            <a:extLst>
              <a:ext uri="{FF2B5EF4-FFF2-40B4-BE49-F238E27FC236}">
                <a16:creationId xmlns:a16="http://schemas.microsoft.com/office/drawing/2014/main" id="{342E114C-4BD4-40AD-AA55-1DB24E5F5457}"/>
              </a:ext>
            </a:extLst>
          </p:cNvPr>
          <p:cNvSpPr>
            <a:spLocks noChangeArrowheads="1"/>
          </p:cNvSpPr>
          <p:nvPr/>
        </p:nvSpPr>
        <p:spPr bwMode="auto">
          <a:xfrm>
            <a:off x="3241675" y="2057400"/>
            <a:ext cx="1143000" cy="3810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zh-CN" sz="1400" b="1">
                <a:solidFill>
                  <a:srgbClr val="000000"/>
                </a:solidFill>
                <a:latin typeface="Times New Roman" panose="02020603050405020304" pitchFamily="18" charset="0"/>
              </a:rPr>
              <a:t>Class W</a:t>
            </a:r>
          </a:p>
        </p:txBody>
      </p:sp>
      <p:sp>
        <p:nvSpPr>
          <p:cNvPr id="49156" name="Rectangle 4">
            <a:extLst>
              <a:ext uri="{FF2B5EF4-FFF2-40B4-BE49-F238E27FC236}">
                <a16:creationId xmlns:a16="http://schemas.microsoft.com/office/drawing/2014/main" id="{AFB3AA95-B685-4952-BA8D-2883F3E46AC9}"/>
              </a:ext>
            </a:extLst>
          </p:cNvPr>
          <p:cNvSpPr>
            <a:spLocks noChangeArrowheads="1"/>
          </p:cNvSpPr>
          <p:nvPr/>
        </p:nvSpPr>
        <p:spPr bwMode="auto">
          <a:xfrm>
            <a:off x="2514600" y="3222626"/>
            <a:ext cx="1143000" cy="4349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zh-CN" sz="1400" b="1">
                <a:solidFill>
                  <a:srgbClr val="000000"/>
                </a:solidFill>
                <a:latin typeface="Times New Roman" panose="02020603050405020304" pitchFamily="18" charset="0"/>
              </a:rPr>
              <a:t>Class</a:t>
            </a:r>
            <a:r>
              <a:rPr lang="en-US" altLang="zh-CN" sz="1400" b="1">
                <a:latin typeface="Times New Roman" panose="02020603050405020304" pitchFamily="18" charset="0"/>
              </a:rPr>
              <a:t> </a:t>
            </a:r>
            <a:r>
              <a:rPr lang="en-US" altLang="zh-CN" sz="1400" b="1">
                <a:solidFill>
                  <a:srgbClr val="000000"/>
                </a:solidFill>
                <a:latin typeface="Times New Roman" panose="02020603050405020304" pitchFamily="18" charset="0"/>
              </a:rPr>
              <a:t>P</a:t>
            </a:r>
            <a:r>
              <a:rPr lang="en-US" altLang="zh-CN" sz="1400" b="1" baseline="-25000">
                <a:solidFill>
                  <a:srgbClr val="000000"/>
                </a:solidFill>
                <a:latin typeface="Times New Roman" panose="02020603050405020304" pitchFamily="18" charset="0"/>
              </a:rPr>
              <a:t>1</a:t>
            </a:r>
          </a:p>
        </p:txBody>
      </p:sp>
      <p:sp>
        <p:nvSpPr>
          <p:cNvPr id="49157" name="Rectangle 5">
            <a:extLst>
              <a:ext uri="{FF2B5EF4-FFF2-40B4-BE49-F238E27FC236}">
                <a16:creationId xmlns:a16="http://schemas.microsoft.com/office/drawing/2014/main" id="{82651647-BC8B-4C24-B2C3-1DF211988235}"/>
              </a:ext>
            </a:extLst>
          </p:cNvPr>
          <p:cNvSpPr>
            <a:spLocks noChangeArrowheads="1"/>
          </p:cNvSpPr>
          <p:nvPr/>
        </p:nvSpPr>
        <p:spPr bwMode="auto">
          <a:xfrm>
            <a:off x="3979863" y="3211514"/>
            <a:ext cx="1143000" cy="4460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zh-CN" sz="1400" b="1">
                <a:solidFill>
                  <a:srgbClr val="000000"/>
                </a:solidFill>
                <a:latin typeface="Times New Roman" panose="02020603050405020304" pitchFamily="18" charset="0"/>
              </a:rPr>
              <a:t>Class</a:t>
            </a:r>
            <a:r>
              <a:rPr lang="en-US" altLang="zh-CN" sz="1400" b="1">
                <a:latin typeface="Times New Roman" panose="02020603050405020304" pitchFamily="18" charset="0"/>
              </a:rPr>
              <a:t> </a:t>
            </a:r>
            <a:r>
              <a:rPr lang="en-US" altLang="zh-CN" sz="1400" b="1">
                <a:solidFill>
                  <a:srgbClr val="000000"/>
                </a:solidFill>
                <a:latin typeface="Times New Roman" panose="02020603050405020304" pitchFamily="18" charset="0"/>
              </a:rPr>
              <a:t>P</a:t>
            </a:r>
            <a:r>
              <a:rPr lang="en-US" altLang="zh-CN" sz="1400" b="1" baseline="-25000">
                <a:solidFill>
                  <a:srgbClr val="000000"/>
                </a:solidFill>
                <a:latin typeface="Times New Roman" panose="02020603050405020304" pitchFamily="18" charset="0"/>
              </a:rPr>
              <a:t>2 </a:t>
            </a:r>
          </a:p>
        </p:txBody>
      </p:sp>
      <p:sp>
        <p:nvSpPr>
          <p:cNvPr id="49158" name="Freeform 6">
            <a:extLst>
              <a:ext uri="{FF2B5EF4-FFF2-40B4-BE49-F238E27FC236}">
                <a16:creationId xmlns:a16="http://schemas.microsoft.com/office/drawing/2014/main" id="{58C37923-DC5F-4CC4-A129-32E1D89A1C3D}"/>
              </a:ext>
            </a:extLst>
          </p:cNvPr>
          <p:cNvSpPr>
            <a:spLocks/>
          </p:cNvSpPr>
          <p:nvPr/>
        </p:nvSpPr>
        <p:spPr bwMode="auto">
          <a:xfrm>
            <a:off x="3089275" y="2895600"/>
            <a:ext cx="1447800" cy="304800"/>
          </a:xfrm>
          <a:custGeom>
            <a:avLst/>
            <a:gdLst>
              <a:gd name="T0" fmla="*/ 0 w 1824"/>
              <a:gd name="T1" fmla="*/ 304800 h 96"/>
              <a:gd name="T2" fmla="*/ 0 w 1824"/>
              <a:gd name="T3" fmla="*/ 0 h 96"/>
              <a:gd name="T4" fmla="*/ 1447800 w 1824"/>
              <a:gd name="T5" fmla="*/ 0 h 96"/>
              <a:gd name="T6" fmla="*/ 1447800 w 1824"/>
              <a:gd name="T7" fmla="*/ 30480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24" h="96">
                <a:moveTo>
                  <a:pt x="0" y="96"/>
                </a:moveTo>
                <a:lnTo>
                  <a:pt x="0" y="0"/>
                </a:lnTo>
                <a:lnTo>
                  <a:pt x="1824" y="0"/>
                </a:lnTo>
                <a:lnTo>
                  <a:pt x="1824" y="9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a:p>
        </p:txBody>
      </p:sp>
      <p:grpSp>
        <p:nvGrpSpPr>
          <p:cNvPr id="49159" name="Group 7">
            <a:extLst>
              <a:ext uri="{FF2B5EF4-FFF2-40B4-BE49-F238E27FC236}">
                <a16:creationId xmlns:a16="http://schemas.microsoft.com/office/drawing/2014/main" id="{85303E97-F662-47E2-A399-3F424F58BA0F}"/>
              </a:ext>
            </a:extLst>
          </p:cNvPr>
          <p:cNvGrpSpPr>
            <a:grpSpLocks/>
          </p:cNvGrpSpPr>
          <p:nvPr/>
        </p:nvGrpSpPr>
        <p:grpSpPr bwMode="auto">
          <a:xfrm>
            <a:off x="3694113" y="2436813"/>
            <a:ext cx="228600" cy="444500"/>
            <a:chOff x="4480" y="1304"/>
            <a:chExt cx="144" cy="280"/>
          </a:xfrm>
        </p:grpSpPr>
        <p:sp>
          <p:nvSpPr>
            <p:cNvPr id="49169" name="Line 8">
              <a:extLst>
                <a:ext uri="{FF2B5EF4-FFF2-40B4-BE49-F238E27FC236}">
                  <a16:creationId xmlns:a16="http://schemas.microsoft.com/office/drawing/2014/main" id="{EEECF39B-934C-4256-BC10-C8DBD3975F70}"/>
                </a:ext>
              </a:extLst>
            </p:cNvPr>
            <p:cNvSpPr>
              <a:spLocks noChangeShapeType="1"/>
            </p:cNvSpPr>
            <p:nvPr/>
          </p:nvSpPr>
          <p:spPr bwMode="auto">
            <a:xfrm>
              <a:off x="4552" y="1488"/>
              <a:ext cx="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a:p>
          </p:txBody>
        </p:sp>
        <p:sp>
          <p:nvSpPr>
            <p:cNvPr id="49170" name="AutoShape 9">
              <a:extLst>
                <a:ext uri="{FF2B5EF4-FFF2-40B4-BE49-F238E27FC236}">
                  <a16:creationId xmlns:a16="http://schemas.microsoft.com/office/drawing/2014/main" id="{B4E9E50B-D6E0-4558-AE19-78B2FA5DC2DE}"/>
                </a:ext>
              </a:extLst>
            </p:cNvPr>
            <p:cNvSpPr>
              <a:spLocks noChangeArrowheads="1"/>
            </p:cNvSpPr>
            <p:nvPr/>
          </p:nvSpPr>
          <p:spPr bwMode="auto">
            <a:xfrm>
              <a:off x="4480" y="1304"/>
              <a:ext cx="144" cy="192"/>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grpSp>
      <p:sp>
        <p:nvSpPr>
          <p:cNvPr id="49160" name="Text Box 10">
            <a:extLst>
              <a:ext uri="{FF2B5EF4-FFF2-40B4-BE49-F238E27FC236}">
                <a16:creationId xmlns:a16="http://schemas.microsoft.com/office/drawing/2014/main" id="{3F8ECA42-6CD5-4996-8389-BDFA4482F6AF}"/>
              </a:ext>
            </a:extLst>
          </p:cNvPr>
          <p:cNvSpPr txBox="1">
            <a:spLocks noChangeArrowheads="1"/>
          </p:cNvSpPr>
          <p:nvPr/>
        </p:nvSpPr>
        <p:spPr bwMode="auto">
          <a:xfrm>
            <a:off x="5486400" y="1981201"/>
            <a:ext cx="4916488" cy="3541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buFont typeface="Wingdings" panose="05000000000000000000" pitchFamily="2" charset="2"/>
              <a:buNone/>
            </a:pPr>
            <a:r>
              <a:rPr lang="en-US" altLang="zh-CN" sz="2400">
                <a:latin typeface="Arial" panose="020B0604020202020204" pitchFamily="34" charset="0"/>
              </a:rPr>
              <a:t>Association </a:t>
            </a:r>
          </a:p>
          <a:p>
            <a:pPr lvl="1" eaLnBrk="1" hangingPunct="1">
              <a:buFont typeface="Wingdings" panose="05000000000000000000" pitchFamily="2" charset="2"/>
              <a:buNone/>
            </a:pPr>
            <a:r>
              <a:rPr lang="en-US" altLang="zh-CN" sz="1600">
                <a:latin typeface="Arial" panose="020B0604020202020204" pitchFamily="34" charset="0"/>
              </a:rPr>
              <a:t>Models the part–whole relationship</a:t>
            </a:r>
          </a:p>
          <a:p>
            <a:pPr eaLnBrk="1" hangingPunct="1"/>
            <a:endParaRPr lang="en-US" altLang="zh-CN" sz="1600">
              <a:latin typeface="Arial" panose="020B0604020202020204" pitchFamily="34" charset="0"/>
            </a:endParaRPr>
          </a:p>
          <a:p>
            <a:pPr eaLnBrk="1" hangingPunct="1"/>
            <a:r>
              <a:rPr lang="en-US" altLang="zh-CN" sz="2400">
                <a:latin typeface="Arial" panose="020B0604020202020204" pitchFamily="34" charset="0"/>
              </a:rPr>
              <a:t>Composition</a:t>
            </a:r>
          </a:p>
          <a:p>
            <a:pPr lvl="1" eaLnBrk="1" hangingPunct="1"/>
            <a:r>
              <a:rPr lang="en-US" altLang="zh-CN" sz="1600">
                <a:latin typeface="Arial" panose="020B0604020202020204" pitchFamily="34" charset="0"/>
              </a:rPr>
              <a:t>Also models the part–whole relationship but, in addition, Every part may belong to only one whole, and  If the whole is deleted, so are the parts</a:t>
            </a:r>
          </a:p>
          <a:p>
            <a:pPr eaLnBrk="1" hangingPunct="1"/>
            <a:endParaRPr lang="en-US" altLang="zh-CN" sz="1600">
              <a:latin typeface="Arial" panose="020B0604020202020204" pitchFamily="34" charset="0"/>
            </a:endParaRPr>
          </a:p>
          <a:p>
            <a:pPr eaLnBrk="1" hangingPunct="1"/>
            <a:r>
              <a:rPr lang="en-US" altLang="zh-CN">
                <a:latin typeface="Arial" panose="020B0604020202020204" pitchFamily="34" charset="0"/>
              </a:rPr>
              <a:t>Example: </a:t>
            </a:r>
          </a:p>
          <a:p>
            <a:pPr eaLnBrk="1" hangingPunct="1"/>
            <a:r>
              <a:rPr lang="en-US" altLang="zh-CN" sz="1600">
                <a:latin typeface="Arial" panose="020B0604020202020204" pitchFamily="34" charset="0"/>
              </a:rPr>
              <a:t>A number of different chess boards: Each square belongs to only one board. If a chess board is thrown away, all 64 squares on that board go as well.</a:t>
            </a:r>
            <a:endParaRPr lang="zh-CN" altLang="en-US" sz="1600" b="1">
              <a:latin typeface="Arial" panose="020B0604020202020204" pitchFamily="34" charset="0"/>
            </a:endParaRPr>
          </a:p>
        </p:txBody>
      </p:sp>
      <p:sp>
        <p:nvSpPr>
          <p:cNvPr id="49161" name="Text Box 11">
            <a:extLst>
              <a:ext uri="{FF2B5EF4-FFF2-40B4-BE49-F238E27FC236}">
                <a16:creationId xmlns:a16="http://schemas.microsoft.com/office/drawing/2014/main" id="{76188114-E578-4693-AC05-39B1377034F9}"/>
              </a:ext>
            </a:extLst>
          </p:cNvPr>
          <p:cNvSpPr txBox="1">
            <a:spLocks noChangeArrowheads="1"/>
          </p:cNvSpPr>
          <p:nvPr/>
        </p:nvSpPr>
        <p:spPr bwMode="auto">
          <a:xfrm>
            <a:off x="1828801" y="2209800"/>
            <a:ext cx="1128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b="1">
                <a:latin typeface="Times New Roman" panose="02020603050405020304" pitchFamily="18" charset="0"/>
              </a:rPr>
              <a:t>Whole Class</a:t>
            </a:r>
          </a:p>
        </p:txBody>
      </p:sp>
      <p:sp>
        <p:nvSpPr>
          <p:cNvPr id="49162" name="Text Box 12">
            <a:extLst>
              <a:ext uri="{FF2B5EF4-FFF2-40B4-BE49-F238E27FC236}">
                <a16:creationId xmlns:a16="http://schemas.microsoft.com/office/drawing/2014/main" id="{2B7B82C4-BBBB-4533-BE0C-4F72C2873DFF}"/>
              </a:ext>
            </a:extLst>
          </p:cNvPr>
          <p:cNvSpPr txBox="1">
            <a:spLocks noChangeArrowheads="1"/>
          </p:cNvSpPr>
          <p:nvPr/>
        </p:nvSpPr>
        <p:spPr bwMode="auto">
          <a:xfrm>
            <a:off x="3317875" y="4038600"/>
            <a:ext cx="1119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b="1">
                <a:latin typeface="Times New Roman" panose="02020603050405020304" pitchFamily="18" charset="0"/>
              </a:rPr>
              <a:t>Part Classes</a:t>
            </a:r>
          </a:p>
        </p:txBody>
      </p:sp>
      <p:sp>
        <p:nvSpPr>
          <p:cNvPr id="49163" name="AutoShape 13">
            <a:extLst>
              <a:ext uri="{FF2B5EF4-FFF2-40B4-BE49-F238E27FC236}">
                <a16:creationId xmlns:a16="http://schemas.microsoft.com/office/drawing/2014/main" id="{EBB75929-F7C4-4D10-9376-ED22AC21F61A}"/>
              </a:ext>
            </a:extLst>
          </p:cNvPr>
          <p:cNvSpPr>
            <a:spLocks/>
          </p:cNvSpPr>
          <p:nvPr/>
        </p:nvSpPr>
        <p:spPr bwMode="auto">
          <a:xfrm rot="-5400000">
            <a:off x="3736975" y="3009900"/>
            <a:ext cx="228600" cy="1828800"/>
          </a:xfrm>
          <a:prstGeom prst="leftBrace">
            <a:avLst>
              <a:gd name="adj1" fmla="val 66667"/>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49164" name="Text Box 22">
            <a:extLst>
              <a:ext uri="{FF2B5EF4-FFF2-40B4-BE49-F238E27FC236}">
                <a16:creationId xmlns:a16="http://schemas.microsoft.com/office/drawing/2014/main" id="{92388E1F-7160-4AA7-B230-61B4E53937B3}"/>
              </a:ext>
            </a:extLst>
          </p:cNvPr>
          <p:cNvSpPr txBox="1">
            <a:spLocks noChangeArrowheads="1"/>
          </p:cNvSpPr>
          <p:nvPr/>
        </p:nvSpPr>
        <p:spPr bwMode="auto">
          <a:xfrm>
            <a:off x="2057401" y="4495800"/>
            <a:ext cx="8556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b="1">
                <a:solidFill>
                  <a:srgbClr val="0000FF"/>
                </a:solidFill>
                <a:latin typeface="Times New Roman" panose="02020603050405020304" pitchFamily="18" charset="0"/>
              </a:rPr>
              <a:t>Example</a:t>
            </a:r>
          </a:p>
        </p:txBody>
      </p:sp>
      <p:graphicFrame>
        <p:nvGraphicFramePr>
          <p:cNvPr id="49165" name="Object 27">
            <a:extLst>
              <a:ext uri="{FF2B5EF4-FFF2-40B4-BE49-F238E27FC236}">
                <a16:creationId xmlns:a16="http://schemas.microsoft.com/office/drawing/2014/main" id="{76258331-C2CC-4F78-B381-CBB1374EB36A}"/>
              </a:ext>
            </a:extLst>
          </p:cNvPr>
          <p:cNvGraphicFramePr>
            <a:graphicFrameLocks noGrp="1" noChangeAspect="1"/>
          </p:cNvGraphicFramePr>
          <p:nvPr>
            <p:ph/>
          </p:nvPr>
        </p:nvGraphicFramePr>
        <p:xfrm>
          <a:off x="1906589" y="5081589"/>
          <a:ext cx="3502025" cy="884237"/>
        </p:xfrm>
        <a:graphic>
          <a:graphicData uri="http://schemas.openxmlformats.org/presentationml/2006/ole">
            <mc:AlternateContent xmlns:mc="http://schemas.openxmlformats.org/markup-compatibility/2006">
              <mc:Choice xmlns:v="urn:schemas-microsoft-com:vml" Requires="v">
                <p:oleObj name="Bitmap Image" r:id="rId3" imgW="7621064" imgH="1924319" progId="Paint.Picture">
                  <p:embed/>
                </p:oleObj>
              </mc:Choice>
              <mc:Fallback>
                <p:oleObj name="Bitmap Image" r:id="rId3" imgW="7621064" imgH="1924319" progId="Paint.Picture">
                  <p:embed/>
                  <p:pic>
                    <p:nvPicPr>
                      <p:cNvPr id="49165" name="Object 27">
                        <a:extLst>
                          <a:ext uri="{FF2B5EF4-FFF2-40B4-BE49-F238E27FC236}">
                            <a16:creationId xmlns:a16="http://schemas.microsoft.com/office/drawing/2014/main" id="{76258331-C2CC-4F78-B381-CBB1374EB36A}"/>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6589" y="5081589"/>
                        <a:ext cx="3502025" cy="88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66" name="Text Box 28">
            <a:extLst>
              <a:ext uri="{FF2B5EF4-FFF2-40B4-BE49-F238E27FC236}">
                <a16:creationId xmlns:a16="http://schemas.microsoft.com/office/drawing/2014/main" id="{97585AD1-B4FE-4CBE-BC01-FFF455585055}"/>
              </a:ext>
            </a:extLst>
          </p:cNvPr>
          <p:cNvSpPr txBox="1">
            <a:spLocks noChangeArrowheads="1"/>
          </p:cNvSpPr>
          <p:nvPr/>
        </p:nvSpPr>
        <p:spPr bwMode="auto">
          <a:xfrm>
            <a:off x="4495800" y="6172200"/>
            <a:ext cx="1244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PK" sz="1400">
                <a:latin typeface="Arial" panose="020B0604020202020204" pitchFamily="34" charset="0"/>
              </a:rPr>
              <a:t>Figure 16.7</a:t>
            </a:r>
            <a:endParaRPr lang="en-US" altLang="en-PK" sz="2400">
              <a:latin typeface="Arial" panose="020B0604020202020204" pitchFamily="34" charset="0"/>
            </a:endParaRPr>
          </a:p>
        </p:txBody>
      </p:sp>
      <p:sp>
        <p:nvSpPr>
          <p:cNvPr id="49167" name="Rectangle 29">
            <a:extLst>
              <a:ext uri="{FF2B5EF4-FFF2-40B4-BE49-F238E27FC236}">
                <a16:creationId xmlns:a16="http://schemas.microsoft.com/office/drawing/2014/main" id="{99435D5E-7D3F-42B2-9E94-9C9D482840EC}"/>
              </a:ext>
            </a:extLst>
          </p:cNvPr>
          <p:cNvSpPr>
            <a:spLocks noChangeArrowheads="1"/>
          </p:cNvSpPr>
          <p:nvPr/>
        </p:nvSpPr>
        <p:spPr bwMode="auto">
          <a:xfrm>
            <a:off x="1905001" y="6427788"/>
            <a:ext cx="28813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PK" sz="1400"/>
              <a:t>The McGraw-Hill Companies, 2005</a:t>
            </a:r>
          </a:p>
        </p:txBody>
      </p:sp>
      <p:sp>
        <p:nvSpPr>
          <p:cNvPr id="49168" name="Text Box 30">
            <a:extLst>
              <a:ext uri="{FF2B5EF4-FFF2-40B4-BE49-F238E27FC236}">
                <a16:creationId xmlns:a16="http://schemas.microsoft.com/office/drawing/2014/main" id="{F5A75096-92FA-47CC-A91A-67A3C700BABB}"/>
              </a:ext>
            </a:extLst>
          </p:cNvPr>
          <p:cNvSpPr txBox="1">
            <a:spLocks noChangeArrowheads="1"/>
          </p:cNvSpPr>
          <p:nvPr/>
        </p:nvSpPr>
        <p:spPr bwMode="auto">
          <a:xfrm>
            <a:off x="2514600" y="4267200"/>
            <a:ext cx="26876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PK" sz="1400">
                <a:latin typeface="Times New Roman" panose="02020603050405020304" pitchFamily="18" charset="0"/>
              </a:rPr>
              <a:t>[From Dr.David A. Workman]</a:t>
            </a:r>
          </a:p>
        </p:txBody>
      </p:sp>
    </p:spTree>
    <p:extLst>
      <p:ext uri="{BB962C8B-B14F-4D97-AF65-F5344CB8AC3E}">
        <p14:creationId xmlns:p14="http://schemas.microsoft.com/office/powerpoint/2010/main" val="3491797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82AA234B-BB88-467E-ACF7-6851761A6113}"/>
              </a:ext>
            </a:extLst>
          </p:cNvPr>
          <p:cNvSpPr>
            <a:spLocks noGrp="1" noChangeArrowheads="1"/>
          </p:cNvSpPr>
          <p:nvPr>
            <p:ph type="title"/>
          </p:nvPr>
        </p:nvSpPr>
        <p:spPr>
          <a:xfrm>
            <a:off x="2647950" y="457200"/>
            <a:ext cx="7772400" cy="53340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vert="horz" lIns="92075" tIns="46038" rIns="92075" bIns="46038" rtlCol="0" anchor="ctr">
            <a:normAutofit/>
          </a:bodyPr>
          <a:lstStyle/>
          <a:p>
            <a:r>
              <a:rPr lang="en-US" altLang="zh-CN" sz="2800">
                <a:latin typeface="Times New Roman" panose="02020603050405020304" pitchFamily="18" charset="0"/>
              </a:rPr>
              <a:t>OO Relationships: </a:t>
            </a:r>
            <a:r>
              <a:rPr lang="en-US" altLang="zh-CN" sz="3200" b="1">
                <a:latin typeface="Times New Roman" panose="02020603050405020304" pitchFamily="18" charset="0"/>
              </a:rPr>
              <a:t>Aggregation</a:t>
            </a:r>
          </a:p>
        </p:txBody>
      </p:sp>
      <p:sp>
        <p:nvSpPr>
          <p:cNvPr id="51203" name="Rectangle 3">
            <a:extLst>
              <a:ext uri="{FF2B5EF4-FFF2-40B4-BE49-F238E27FC236}">
                <a16:creationId xmlns:a16="http://schemas.microsoft.com/office/drawing/2014/main" id="{AB0C82C6-951A-42D3-9E17-14F555E87814}"/>
              </a:ext>
            </a:extLst>
          </p:cNvPr>
          <p:cNvSpPr>
            <a:spLocks noChangeArrowheads="1"/>
          </p:cNvSpPr>
          <p:nvPr/>
        </p:nvSpPr>
        <p:spPr bwMode="auto">
          <a:xfrm>
            <a:off x="3429000" y="2133600"/>
            <a:ext cx="1143000" cy="3810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zh-CN" sz="1400" b="1">
                <a:solidFill>
                  <a:srgbClr val="000000"/>
                </a:solidFill>
                <a:latin typeface="Times New Roman" panose="02020603050405020304" pitchFamily="18" charset="0"/>
              </a:rPr>
              <a:t>Class</a:t>
            </a:r>
            <a:r>
              <a:rPr lang="en-US" altLang="zh-CN" sz="1400" b="1">
                <a:latin typeface="Times New Roman" panose="02020603050405020304" pitchFamily="18" charset="0"/>
              </a:rPr>
              <a:t> </a:t>
            </a:r>
            <a:r>
              <a:rPr lang="en-US" altLang="zh-CN" sz="1400" b="1">
                <a:solidFill>
                  <a:srgbClr val="000000"/>
                </a:solidFill>
                <a:latin typeface="Times New Roman" panose="02020603050405020304" pitchFamily="18" charset="0"/>
              </a:rPr>
              <a:t>C</a:t>
            </a:r>
          </a:p>
        </p:txBody>
      </p:sp>
      <p:sp>
        <p:nvSpPr>
          <p:cNvPr id="51204" name="Rectangle 4">
            <a:extLst>
              <a:ext uri="{FF2B5EF4-FFF2-40B4-BE49-F238E27FC236}">
                <a16:creationId xmlns:a16="http://schemas.microsoft.com/office/drawing/2014/main" id="{7441561D-0558-4BCF-BBC0-89DCDDEF63FE}"/>
              </a:ext>
            </a:extLst>
          </p:cNvPr>
          <p:cNvSpPr>
            <a:spLocks noChangeArrowheads="1"/>
          </p:cNvSpPr>
          <p:nvPr/>
        </p:nvSpPr>
        <p:spPr bwMode="auto">
          <a:xfrm>
            <a:off x="2701925" y="3298826"/>
            <a:ext cx="1143000" cy="4349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zh-CN" sz="1400" b="1">
                <a:solidFill>
                  <a:srgbClr val="000000"/>
                </a:solidFill>
                <a:latin typeface="Times New Roman" panose="02020603050405020304" pitchFamily="18" charset="0"/>
              </a:rPr>
              <a:t>Class E</a:t>
            </a:r>
            <a:r>
              <a:rPr lang="en-US" altLang="zh-CN" sz="1400" b="1" baseline="-25000">
                <a:solidFill>
                  <a:srgbClr val="000000"/>
                </a:solidFill>
                <a:latin typeface="Times New Roman" panose="02020603050405020304" pitchFamily="18" charset="0"/>
              </a:rPr>
              <a:t>1</a:t>
            </a:r>
          </a:p>
        </p:txBody>
      </p:sp>
      <p:sp>
        <p:nvSpPr>
          <p:cNvPr id="51205" name="Rectangle 5">
            <a:extLst>
              <a:ext uri="{FF2B5EF4-FFF2-40B4-BE49-F238E27FC236}">
                <a16:creationId xmlns:a16="http://schemas.microsoft.com/office/drawing/2014/main" id="{6DC9D3EF-FC1C-46EE-ADB2-E078F684338E}"/>
              </a:ext>
            </a:extLst>
          </p:cNvPr>
          <p:cNvSpPr>
            <a:spLocks noChangeArrowheads="1"/>
          </p:cNvSpPr>
          <p:nvPr/>
        </p:nvSpPr>
        <p:spPr bwMode="auto">
          <a:xfrm>
            <a:off x="4167188" y="3287714"/>
            <a:ext cx="1143000" cy="4460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zh-CN" sz="1400" b="1">
                <a:solidFill>
                  <a:srgbClr val="000000"/>
                </a:solidFill>
                <a:latin typeface="Times New Roman" panose="02020603050405020304" pitchFamily="18" charset="0"/>
              </a:rPr>
              <a:t>Class E</a:t>
            </a:r>
            <a:r>
              <a:rPr lang="en-US" altLang="zh-CN" sz="1400" b="1" baseline="-25000">
                <a:solidFill>
                  <a:srgbClr val="000000"/>
                </a:solidFill>
                <a:latin typeface="Times New Roman" panose="02020603050405020304" pitchFamily="18" charset="0"/>
              </a:rPr>
              <a:t>2</a:t>
            </a:r>
            <a:r>
              <a:rPr lang="en-US" altLang="zh-CN" sz="1400" b="1" baseline="-25000">
                <a:latin typeface="Times New Roman" panose="02020603050405020304" pitchFamily="18" charset="0"/>
              </a:rPr>
              <a:t> </a:t>
            </a:r>
          </a:p>
        </p:txBody>
      </p:sp>
      <p:sp>
        <p:nvSpPr>
          <p:cNvPr id="51206" name="Freeform 6">
            <a:extLst>
              <a:ext uri="{FF2B5EF4-FFF2-40B4-BE49-F238E27FC236}">
                <a16:creationId xmlns:a16="http://schemas.microsoft.com/office/drawing/2014/main" id="{096AC36D-EBB4-4B66-BCA5-5B6C4321A8A5}"/>
              </a:ext>
            </a:extLst>
          </p:cNvPr>
          <p:cNvSpPr>
            <a:spLocks/>
          </p:cNvSpPr>
          <p:nvPr/>
        </p:nvSpPr>
        <p:spPr bwMode="auto">
          <a:xfrm>
            <a:off x="3276600" y="2971800"/>
            <a:ext cx="1447800" cy="304800"/>
          </a:xfrm>
          <a:custGeom>
            <a:avLst/>
            <a:gdLst>
              <a:gd name="T0" fmla="*/ 0 w 1824"/>
              <a:gd name="T1" fmla="*/ 304800 h 96"/>
              <a:gd name="T2" fmla="*/ 0 w 1824"/>
              <a:gd name="T3" fmla="*/ 0 h 96"/>
              <a:gd name="T4" fmla="*/ 1447800 w 1824"/>
              <a:gd name="T5" fmla="*/ 0 h 96"/>
              <a:gd name="T6" fmla="*/ 1447800 w 1824"/>
              <a:gd name="T7" fmla="*/ 30480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24" h="96">
                <a:moveTo>
                  <a:pt x="0" y="96"/>
                </a:moveTo>
                <a:lnTo>
                  <a:pt x="0" y="0"/>
                </a:lnTo>
                <a:lnTo>
                  <a:pt x="1824" y="0"/>
                </a:lnTo>
                <a:lnTo>
                  <a:pt x="1824" y="9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a:p>
        </p:txBody>
      </p:sp>
      <p:grpSp>
        <p:nvGrpSpPr>
          <p:cNvPr id="51207" name="Group 7">
            <a:extLst>
              <a:ext uri="{FF2B5EF4-FFF2-40B4-BE49-F238E27FC236}">
                <a16:creationId xmlns:a16="http://schemas.microsoft.com/office/drawing/2014/main" id="{348B92BD-C267-4BF2-8FCF-8E5CE699BB65}"/>
              </a:ext>
            </a:extLst>
          </p:cNvPr>
          <p:cNvGrpSpPr>
            <a:grpSpLocks/>
          </p:cNvGrpSpPr>
          <p:nvPr/>
        </p:nvGrpSpPr>
        <p:grpSpPr bwMode="auto">
          <a:xfrm>
            <a:off x="3881438" y="2513013"/>
            <a:ext cx="228600" cy="444500"/>
            <a:chOff x="4480" y="1304"/>
            <a:chExt cx="144" cy="280"/>
          </a:xfrm>
        </p:grpSpPr>
        <p:sp>
          <p:nvSpPr>
            <p:cNvPr id="51223" name="Line 8">
              <a:extLst>
                <a:ext uri="{FF2B5EF4-FFF2-40B4-BE49-F238E27FC236}">
                  <a16:creationId xmlns:a16="http://schemas.microsoft.com/office/drawing/2014/main" id="{1D3257BE-FC5F-4822-A1F2-13487FB0DD7C}"/>
                </a:ext>
              </a:extLst>
            </p:cNvPr>
            <p:cNvSpPr>
              <a:spLocks noChangeShapeType="1"/>
            </p:cNvSpPr>
            <p:nvPr/>
          </p:nvSpPr>
          <p:spPr bwMode="auto">
            <a:xfrm>
              <a:off x="4552" y="1488"/>
              <a:ext cx="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a:p>
          </p:txBody>
        </p:sp>
        <p:sp>
          <p:nvSpPr>
            <p:cNvPr id="51224" name="AutoShape 9">
              <a:extLst>
                <a:ext uri="{FF2B5EF4-FFF2-40B4-BE49-F238E27FC236}">
                  <a16:creationId xmlns:a16="http://schemas.microsoft.com/office/drawing/2014/main" id="{C71DBE4A-4250-4430-A777-E7569976B0B8}"/>
                </a:ext>
              </a:extLst>
            </p:cNvPr>
            <p:cNvSpPr>
              <a:spLocks noChangeArrowheads="1"/>
            </p:cNvSpPr>
            <p:nvPr/>
          </p:nvSpPr>
          <p:spPr bwMode="auto">
            <a:xfrm>
              <a:off x="4480" y="1304"/>
              <a:ext cx="144" cy="192"/>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grpSp>
      <p:sp>
        <p:nvSpPr>
          <p:cNvPr id="51208" name="Text Box 10">
            <a:extLst>
              <a:ext uri="{FF2B5EF4-FFF2-40B4-BE49-F238E27FC236}">
                <a16:creationId xmlns:a16="http://schemas.microsoft.com/office/drawing/2014/main" id="{21583684-1988-4F41-8B32-E815D5EC8F18}"/>
              </a:ext>
            </a:extLst>
          </p:cNvPr>
          <p:cNvSpPr txBox="1">
            <a:spLocks noChangeArrowheads="1"/>
          </p:cNvSpPr>
          <p:nvPr/>
        </p:nvSpPr>
        <p:spPr bwMode="auto">
          <a:xfrm>
            <a:off x="2362201" y="2590800"/>
            <a:ext cx="1558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b="1">
                <a:solidFill>
                  <a:srgbClr val="FF0000"/>
                </a:solidFill>
                <a:latin typeface="Times New Roman" panose="02020603050405020304" pitchFamily="18" charset="0"/>
              </a:rPr>
              <a:t>AGGREGATION</a:t>
            </a:r>
          </a:p>
        </p:txBody>
      </p:sp>
      <p:sp>
        <p:nvSpPr>
          <p:cNvPr id="51209" name="Text Box 11">
            <a:extLst>
              <a:ext uri="{FF2B5EF4-FFF2-40B4-BE49-F238E27FC236}">
                <a16:creationId xmlns:a16="http://schemas.microsoft.com/office/drawing/2014/main" id="{A42A5AE2-37E1-428C-B3DA-CDDCD9CDEC5E}"/>
              </a:ext>
            </a:extLst>
          </p:cNvPr>
          <p:cNvSpPr txBox="1">
            <a:spLocks noChangeArrowheads="1"/>
          </p:cNvSpPr>
          <p:nvPr/>
        </p:nvSpPr>
        <p:spPr bwMode="auto">
          <a:xfrm>
            <a:off x="5791200" y="2286000"/>
            <a:ext cx="4667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zh-CN" altLang="en-US" sz="1400" b="1">
              <a:latin typeface="Times New Roman" panose="02020603050405020304" pitchFamily="18" charset="0"/>
            </a:endParaRPr>
          </a:p>
        </p:txBody>
      </p:sp>
      <p:sp>
        <p:nvSpPr>
          <p:cNvPr id="51210" name="Text Box 12">
            <a:extLst>
              <a:ext uri="{FF2B5EF4-FFF2-40B4-BE49-F238E27FC236}">
                <a16:creationId xmlns:a16="http://schemas.microsoft.com/office/drawing/2014/main" id="{C8C2AFF2-4AD9-404F-B9E5-9B35B14ACAB2}"/>
              </a:ext>
            </a:extLst>
          </p:cNvPr>
          <p:cNvSpPr txBox="1">
            <a:spLocks noChangeArrowheads="1"/>
          </p:cNvSpPr>
          <p:nvPr/>
        </p:nvSpPr>
        <p:spPr bwMode="auto">
          <a:xfrm>
            <a:off x="3276600" y="1828800"/>
            <a:ext cx="14049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b="1">
                <a:latin typeface="Times New Roman" panose="02020603050405020304" pitchFamily="18" charset="0"/>
              </a:rPr>
              <a:t>Container Class</a:t>
            </a:r>
          </a:p>
        </p:txBody>
      </p:sp>
      <p:sp>
        <p:nvSpPr>
          <p:cNvPr id="51211" name="Text Box 13">
            <a:extLst>
              <a:ext uri="{FF2B5EF4-FFF2-40B4-BE49-F238E27FC236}">
                <a16:creationId xmlns:a16="http://schemas.microsoft.com/office/drawing/2014/main" id="{15E95BF1-9BC5-4A57-8193-FDD23B2A8494}"/>
              </a:ext>
            </a:extLst>
          </p:cNvPr>
          <p:cNvSpPr txBox="1">
            <a:spLocks noChangeArrowheads="1"/>
          </p:cNvSpPr>
          <p:nvPr/>
        </p:nvSpPr>
        <p:spPr bwMode="auto">
          <a:xfrm>
            <a:off x="3276601" y="4114800"/>
            <a:ext cx="15541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b="1">
                <a:latin typeface="Times New Roman" panose="02020603050405020304" pitchFamily="18" charset="0"/>
              </a:rPr>
              <a:t>Containee Classes</a:t>
            </a:r>
          </a:p>
        </p:txBody>
      </p:sp>
      <p:sp>
        <p:nvSpPr>
          <p:cNvPr id="51212" name="AutoShape 14">
            <a:extLst>
              <a:ext uri="{FF2B5EF4-FFF2-40B4-BE49-F238E27FC236}">
                <a16:creationId xmlns:a16="http://schemas.microsoft.com/office/drawing/2014/main" id="{218C2926-E939-4EA8-8196-ABF726CD112A}"/>
              </a:ext>
            </a:extLst>
          </p:cNvPr>
          <p:cNvSpPr>
            <a:spLocks/>
          </p:cNvSpPr>
          <p:nvPr/>
        </p:nvSpPr>
        <p:spPr bwMode="auto">
          <a:xfrm rot="-5400000">
            <a:off x="3924300" y="3086100"/>
            <a:ext cx="228600" cy="1828800"/>
          </a:xfrm>
          <a:prstGeom prst="leftBrace">
            <a:avLst>
              <a:gd name="adj1" fmla="val 66667"/>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51213" name="Rectangle 15">
            <a:extLst>
              <a:ext uri="{FF2B5EF4-FFF2-40B4-BE49-F238E27FC236}">
                <a16:creationId xmlns:a16="http://schemas.microsoft.com/office/drawing/2014/main" id="{6EF75D70-02DF-4BEF-B4A2-42EF031F37A3}"/>
              </a:ext>
            </a:extLst>
          </p:cNvPr>
          <p:cNvSpPr>
            <a:spLocks noChangeArrowheads="1"/>
          </p:cNvSpPr>
          <p:nvPr/>
        </p:nvSpPr>
        <p:spPr bwMode="auto">
          <a:xfrm>
            <a:off x="3376613" y="4800600"/>
            <a:ext cx="1143000" cy="3810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zh-CN" sz="1400" b="1">
                <a:solidFill>
                  <a:srgbClr val="000000"/>
                </a:solidFill>
                <a:latin typeface="Times New Roman" panose="02020603050405020304" pitchFamily="18" charset="0"/>
              </a:rPr>
              <a:t>Bag</a:t>
            </a:r>
          </a:p>
        </p:txBody>
      </p:sp>
      <p:sp>
        <p:nvSpPr>
          <p:cNvPr id="51214" name="Rectangle 16">
            <a:extLst>
              <a:ext uri="{FF2B5EF4-FFF2-40B4-BE49-F238E27FC236}">
                <a16:creationId xmlns:a16="http://schemas.microsoft.com/office/drawing/2014/main" id="{321BCD47-D3B0-465B-88E7-10A540143BC1}"/>
              </a:ext>
            </a:extLst>
          </p:cNvPr>
          <p:cNvSpPr>
            <a:spLocks noChangeArrowheads="1"/>
          </p:cNvSpPr>
          <p:nvPr/>
        </p:nvSpPr>
        <p:spPr bwMode="auto">
          <a:xfrm>
            <a:off x="2649538" y="5965826"/>
            <a:ext cx="1143000" cy="4349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zh-CN" sz="1400" b="1">
                <a:solidFill>
                  <a:srgbClr val="000000"/>
                </a:solidFill>
                <a:latin typeface="Times New Roman" panose="02020603050405020304" pitchFamily="18" charset="0"/>
              </a:rPr>
              <a:t>Apples</a:t>
            </a:r>
            <a:endParaRPr lang="en-US" altLang="zh-CN" sz="1400" b="1" baseline="-25000">
              <a:solidFill>
                <a:srgbClr val="000000"/>
              </a:solidFill>
              <a:latin typeface="Times New Roman" panose="02020603050405020304" pitchFamily="18" charset="0"/>
            </a:endParaRPr>
          </a:p>
        </p:txBody>
      </p:sp>
      <p:sp>
        <p:nvSpPr>
          <p:cNvPr id="51215" name="Rectangle 17">
            <a:extLst>
              <a:ext uri="{FF2B5EF4-FFF2-40B4-BE49-F238E27FC236}">
                <a16:creationId xmlns:a16="http://schemas.microsoft.com/office/drawing/2014/main" id="{2BD35CFF-C4E8-49EC-AA20-4F40D70A3754}"/>
              </a:ext>
            </a:extLst>
          </p:cNvPr>
          <p:cNvSpPr>
            <a:spLocks noChangeArrowheads="1"/>
          </p:cNvSpPr>
          <p:nvPr/>
        </p:nvSpPr>
        <p:spPr bwMode="auto">
          <a:xfrm>
            <a:off x="4114800" y="5954714"/>
            <a:ext cx="1143000" cy="4460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zh-CN" sz="1400" b="1">
                <a:solidFill>
                  <a:srgbClr val="000000"/>
                </a:solidFill>
                <a:latin typeface="Times New Roman" panose="02020603050405020304" pitchFamily="18" charset="0"/>
              </a:rPr>
              <a:t>Milk</a:t>
            </a:r>
            <a:r>
              <a:rPr lang="en-US" altLang="zh-CN" sz="1400" b="1" baseline="-25000">
                <a:latin typeface="Times New Roman" panose="02020603050405020304" pitchFamily="18" charset="0"/>
              </a:rPr>
              <a:t> </a:t>
            </a:r>
          </a:p>
        </p:txBody>
      </p:sp>
      <p:sp>
        <p:nvSpPr>
          <p:cNvPr id="51216" name="Freeform 18">
            <a:extLst>
              <a:ext uri="{FF2B5EF4-FFF2-40B4-BE49-F238E27FC236}">
                <a16:creationId xmlns:a16="http://schemas.microsoft.com/office/drawing/2014/main" id="{D7F38F32-4D31-467B-89C9-B6EBF695D191}"/>
              </a:ext>
            </a:extLst>
          </p:cNvPr>
          <p:cNvSpPr>
            <a:spLocks/>
          </p:cNvSpPr>
          <p:nvPr/>
        </p:nvSpPr>
        <p:spPr bwMode="auto">
          <a:xfrm>
            <a:off x="3224213" y="5638800"/>
            <a:ext cx="1447800" cy="304800"/>
          </a:xfrm>
          <a:custGeom>
            <a:avLst/>
            <a:gdLst>
              <a:gd name="T0" fmla="*/ 0 w 1824"/>
              <a:gd name="T1" fmla="*/ 304800 h 96"/>
              <a:gd name="T2" fmla="*/ 0 w 1824"/>
              <a:gd name="T3" fmla="*/ 0 h 96"/>
              <a:gd name="T4" fmla="*/ 1447800 w 1824"/>
              <a:gd name="T5" fmla="*/ 0 h 96"/>
              <a:gd name="T6" fmla="*/ 1447800 w 1824"/>
              <a:gd name="T7" fmla="*/ 30480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24" h="96">
                <a:moveTo>
                  <a:pt x="0" y="96"/>
                </a:moveTo>
                <a:lnTo>
                  <a:pt x="0" y="0"/>
                </a:lnTo>
                <a:lnTo>
                  <a:pt x="1824" y="0"/>
                </a:lnTo>
                <a:lnTo>
                  <a:pt x="1824" y="9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a:p>
        </p:txBody>
      </p:sp>
      <p:grpSp>
        <p:nvGrpSpPr>
          <p:cNvPr id="51217" name="Group 19">
            <a:extLst>
              <a:ext uri="{FF2B5EF4-FFF2-40B4-BE49-F238E27FC236}">
                <a16:creationId xmlns:a16="http://schemas.microsoft.com/office/drawing/2014/main" id="{4C665BD2-494A-416B-A954-53A589D88DCE}"/>
              </a:ext>
            </a:extLst>
          </p:cNvPr>
          <p:cNvGrpSpPr>
            <a:grpSpLocks/>
          </p:cNvGrpSpPr>
          <p:nvPr/>
        </p:nvGrpSpPr>
        <p:grpSpPr bwMode="auto">
          <a:xfrm>
            <a:off x="3810000" y="5192713"/>
            <a:ext cx="228600" cy="457200"/>
            <a:chOff x="2640" y="2880"/>
            <a:chExt cx="144" cy="288"/>
          </a:xfrm>
        </p:grpSpPr>
        <p:sp>
          <p:nvSpPr>
            <p:cNvPr id="51221" name="Line 20">
              <a:extLst>
                <a:ext uri="{FF2B5EF4-FFF2-40B4-BE49-F238E27FC236}">
                  <a16:creationId xmlns:a16="http://schemas.microsoft.com/office/drawing/2014/main" id="{127E0AF4-3FAC-49C9-AD1F-D0A3B201300B}"/>
                </a:ext>
              </a:extLst>
            </p:cNvPr>
            <p:cNvSpPr>
              <a:spLocks noChangeShapeType="1"/>
            </p:cNvSpPr>
            <p:nvPr/>
          </p:nvSpPr>
          <p:spPr bwMode="auto">
            <a:xfrm flipH="1">
              <a:off x="2712" y="3048"/>
              <a:ext cx="0" cy="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a:p>
          </p:txBody>
        </p:sp>
        <p:sp>
          <p:nvSpPr>
            <p:cNvPr id="51222" name="AutoShape 21">
              <a:extLst>
                <a:ext uri="{FF2B5EF4-FFF2-40B4-BE49-F238E27FC236}">
                  <a16:creationId xmlns:a16="http://schemas.microsoft.com/office/drawing/2014/main" id="{7759E4B3-0C83-4759-B6C4-FF08E1FAFBB7}"/>
                </a:ext>
              </a:extLst>
            </p:cNvPr>
            <p:cNvSpPr>
              <a:spLocks noChangeArrowheads="1"/>
            </p:cNvSpPr>
            <p:nvPr/>
          </p:nvSpPr>
          <p:spPr bwMode="auto">
            <a:xfrm>
              <a:off x="2640" y="2880"/>
              <a:ext cx="144" cy="192"/>
            </a:xfrm>
            <a:prstGeom prst="diamond">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grpSp>
      <p:sp>
        <p:nvSpPr>
          <p:cNvPr id="51218" name="Text Box 22">
            <a:extLst>
              <a:ext uri="{FF2B5EF4-FFF2-40B4-BE49-F238E27FC236}">
                <a16:creationId xmlns:a16="http://schemas.microsoft.com/office/drawing/2014/main" id="{66F8A432-6695-43B5-969E-BB1001AFA13D}"/>
              </a:ext>
            </a:extLst>
          </p:cNvPr>
          <p:cNvSpPr txBox="1">
            <a:spLocks noChangeArrowheads="1"/>
          </p:cNvSpPr>
          <p:nvPr/>
        </p:nvSpPr>
        <p:spPr bwMode="auto">
          <a:xfrm>
            <a:off x="2344738" y="4724400"/>
            <a:ext cx="855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CN" sz="1400" b="1">
                <a:solidFill>
                  <a:srgbClr val="0000FF"/>
                </a:solidFill>
                <a:latin typeface="Times New Roman" panose="02020603050405020304" pitchFamily="18" charset="0"/>
              </a:rPr>
              <a:t>Example</a:t>
            </a:r>
          </a:p>
        </p:txBody>
      </p:sp>
      <p:sp>
        <p:nvSpPr>
          <p:cNvPr id="51219" name="Rectangle 24">
            <a:extLst>
              <a:ext uri="{FF2B5EF4-FFF2-40B4-BE49-F238E27FC236}">
                <a16:creationId xmlns:a16="http://schemas.microsoft.com/office/drawing/2014/main" id="{EAE53A7D-1200-4332-BCFF-5AD7894C6518}"/>
              </a:ext>
            </a:extLst>
          </p:cNvPr>
          <p:cNvSpPr>
            <a:spLocks noChangeArrowheads="1"/>
          </p:cNvSpPr>
          <p:nvPr/>
        </p:nvSpPr>
        <p:spPr bwMode="auto">
          <a:xfrm>
            <a:off x="5791200" y="1905001"/>
            <a:ext cx="4419600"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zh-CN" sz="2000" b="1">
                <a:latin typeface="Times New Roman" panose="02020603050405020304" pitchFamily="18" charset="0"/>
              </a:rPr>
              <a:t>Aggregation: </a:t>
            </a:r>
          </a:p>
          <a:p>
            <a:pPr eaLnBrk="1" hangingPunct="1"/>
            <a:r>
              <a:rPr lang="en-US" altLang="zh-CN" sz="1600">
                <a:latin typeface="Times New Roman" panose="02020603050405020304" pitchFamily="18" charset="0"/>
              </a:rPr>
              <a:t>expresses a relationship among instances of related classes.  It is a specific kind of Container-Containee relationship.</a:t>
            </a:r>
            <a:r>
              <a:rPr lang="en-US" altLang="zh-CN">
                <a:latin typeface="Times New Roman" panose="02020603050405020304" pitchFamily="18" charset="0"/>
              </a:rPr>
              <a:t> </a:t>
            </a:r>
          </a:p>
          <a:p>
            <a:pPr eaLnBrk="1" hangingPunct="1"/>
            <a:endParaRPr lang="en-US" altLang="zh-CN">
              <a:latin typeface="Times New Roman" panose="02020603050405020304" pitchFamily="18" charset="0"/>
            </a:endParaRPr>
          </a:p>
          <a:p>
            <a:pPr eaLnBrk="1" hangingPunct="1"/>
            <a:r>
              <a:rPr lang="en-US" altLang="zh-CN" sz="1600">
                <a:latin typeface="Times New Roman" panose="02020603050405020304" pitchFamily="18" charset="0"/>
              </a:rPr>
              <a:t>express a more informal relationship than composition expresses.</a:t>
            </a:r>
            <a:r>
              <a:rPr lang="en-US" altLang="zh-CN">
                <a:latin typeface="Times New Roman" panose="02020603050405020304" pitchFamily="18" charset="0"/>
              </a:rPr>
              <a:t> </a:t>
            </a:r>
          </a:p>
          <a:p>
            <a:pPr eaLnBrk="1" hangingPunct="1"/>
            <a:endParaRPr lang="en-US" altLang="zh-CN">
              <a:latin typeface="Times New Roman" panose="02020603050405020304" pitchFamily="18" charset="0"/>
            </a:endParaRPr>
          </a:p>
          <a:p>
            <a:pPr eaLnBrk="1" hangingPunct="1"/>
            <a:r>
              <a:rPr lang="en-US" altLang="zh-CN" sz="1600">
                <a:latin typeface="Times New Roman" panose="02020603050405020304" pitchFamily="18" charset="0"/>
              </a:rPr>
              <a:t>Aggregation is appropriate when Container and Containees have no special access privileges to each other.</a:t>
            </a:r>
          </a:p>
        </p:txBody>
      </p:sp>
      <p:sp>
        <p:nvSpPr>
          <p:cNvPr id="51220" name="Text Box 25">
            <a:extLst>
              <a:ext uri="{FF2B5EF4-FFF2-40B4-BE49-F238E27FC236}">
                <a16:creationId xmlns:a16="http://schemas.microsoft.com/office/drawing/2014/main" id="{5563D99D-3B41-4862-84AB-55BD4927502B}"/>
              </a:ext>
            </a:extLst>
          </p:cNvPr>
          <p:cNvSpPr txBox="1">
            <a:spLocks noChangeArrowheads="1"/>
          </p:cNvSpPr>
          <p:nvPr/>
        </p:nvSpPr>
        <p:spPr bwMode="auto">
          <a:xfrm>
            <a:off x="2895600" y="6521450"/>
            <a:ext cx="26876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PK" sz="1400">
                <a:latin typeface="Times New Roman" panose="02020603050405020304" pitchFamily="18" charset="0"/>
              </a:rPr>
              <a:t>[From Dr.David A. Workman]</a:t>
            </a:r>
          </a:p>
        </p:txBody>
      </p:sp>
    </p:spTree>
    <p:extLst>
      <p:ext uri="{BB962C8B-B14F-4D97-AF65-F5344CB8AC3E}">
        <p14:creationId xmlns:p14="http://schemas.microsoft.com/office/powerpoint/2010/main" val="6227401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1F11EF3-FA02-42D6-8A19-30C618F478F3}"/>
              </a:ext>
            </a:extLst>
          </p:cNvPr>
          <p:cNvSpPr>
            <a:spLocks noGrp="1" noChangeArrowheads="1"/>
          </p:cNvSpPr>
          <p:nvPr>
            <p:ph type="title"/>
          </p:nvPr>
        </p:nvSpPr>
        <p:spPr>
          <a:xfrm>
            <a:off x="2674939" y="603250"/>
            <a:ext cx="7793037" cy="1073150"/>
          </a:xfrm>
        </p:spPr>
        <p:txBody>
          <a:bodyPr/>
          <a:lstStyle/>
          <a:p>
            <a:br>
              <a:rPr lang="zh-CN" altLang="en-US" sz="3200" b="1"/>
            </a:br>
            <a:r>
              <a:rPr lang="en-US" altLang="zh-CN" sz="3200"/>
              <a:t>Aggregation vs. Composition</a:t>
            </a:r>
            <a:endParaRPr lang="en-US" altLang="zh-CN"/>
          </a:p>
        </p:txBody>
      </p:sp>
      <p:sp>
        <p:nvSpPr>
          <p:cNvPr id="51203" name="Rectangle 3">
            <a:extLst>
              <a:ext uri="{FF2B5EF4-FFF2-40B4-BE49-F238E27FC236}">
                <a16:creationId xmlns:a16="http://schemas.microsoft.com/office/drawing/2014/main" id="{EA9B281C-5C79-46AC-AB20-57DF46553318}"/>
              </a:ext>
            </a:extLst>
          </p:cNvPr>
          <p:cNvSpPr>
            <a:spLocks noChangeArrowheads="1"/>
          </p:cNvSpPr>
          <p:nvPr/>
        </p:nvSpPr>
        <p:spPr bwMode="auto">
          <a:xfrm>
            <a:off x="2743200" y="1676401"/>
            <a:ext cx="7010400"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endParaRPr lang="zh-CN" altLang="en-US" sz="2400">
              <a:latin typeface="Times New Roman" panose="02020603050405020304" pitchFamily="18" charset="0"/>
            </a:endParaRPr>
          </a:p>
          <a:p>
            <a:pPr lvl="1">
              <a:buClr>
                <a:schemeClr val="folHlink"/>
              </a:buClr>
              <a:buSzPct val="70000"/>
              <a:buFont typeface="Wingdings" panose="05000000000000000000" pitchFamily="2" charset="2"/>
              <a:buChar char="n"/>
              <a:defRPr/>
            </a:pPr>
            <a:r>
              <a:rPr lang="en-US" altLang="zh-CN" sz="2000" b="1">
                <a:effectLst>
                  <a:outerShdw blurRad="38100" dist="38100" dir="2700000" algn="tl">
                    <a:srgbClr val="C0C0C0"/>
                  </a:outerShdw>
                </a:effectLst>
                <a:latin typeface="Arial" panose="020B0604020202020204" pitchFamily="34" charset="0"/>
              </a:rPr>
              <a:t>Composition</a:t>
            </a:r>
            <a:r>
              <a:rPr lang="en-US" altLang="zh-CN" sz="2000">
                <a:latin typeface="Arial" panose="020B0604020202020204" pitchFamily="34" charset="0"/>
              </a:rPr>
              <a:t> is really a strong form of </a:t>
            </a:r>
            <a:r>
              <a:rPr lang="en-US" altLang="zh-CN" sz="2000" b="1">
                <a:latin typeface="Arial" panose="020B0604020202020204" pitchFamily="34" charset="0"/>
              </a:rPr>
              <a:t>association</a:t>
            </a:r>
          </a:p>
          <a:p>
            <a:pPr lvl="1">
              <a:buClr>
                <a:schemeClr val="folHlink"/>
              </a:buClr>
              <a:buFont typeface="Wingdings" panose="05000000000000000000" pitchFamily="2" charset="2"/>
              <a:buChar char="Ø"/>
              <a:defRPr/>
            </a:pPr>
            <a:r>
              <a:rPr lang="en-US" altLang="zh-CN" sz="1600">
                <a:latin typeface="Arial" panose="020B0604020202020204" pitchFamily="34" charset="0"/>
              </a:rPr>
              <a:t>components have only one owner </a:t>
            </a:r>
          </a:p>
          <a:p>
            <a:pPr lvl="1">
              <a:buClr>
                <a:schemeClr val="folHlink"/>
              </a:buClr>
              <a:buFont typeface="Wingdings" panose="05000000000000000000" pitchFamily="2" charset="2"/>
              <a:buChar char="Ø"/>
              <a:defRPr/>
            </a:pPr>
            <a:r>
              <a:rPr lang="en-US" altLang="zh-CN" sz="1600">
                <a:latin typeface="Arial" panose="020B0604020202020204" pitchFamily="34" charset="0"/>
              </a:rPr>
              <a:t>components cannot exist independent of their owner</a:t>
            </a:r>
          </a:p>
          <a:p>
            <a:pPr lvl="1">
              <a:buClr>
                <a:schemeClr val="folHlink"/>
              </a:buClr>
              <a:buFont typeface="Wingdings" panose="05000000000000000000" pitchFamily="2" charset="2"/>
              <a:buChar char="Ø"/>
              <a:defRPr/>
            </a:pPr>
            <a:r>
              <a:rPr lang="en-US" altLang="zh-CN" sz="1600">
                <a:latin typeface="Arial" panose="020B0604020202020204" pitchFamily="34" charset="0"/>
              </a:rPr>
              <a:t>components live or die with their owner</a:t>
            </a:r>
          </a:p>
          <a:p>
            <a:pPr lvl="1">
              <a:buClr>
                <a:schemeClr val="folHlink"/>
              </a:buClr>
              <a:buFont typeface="Wingdings" panose="05000000000000000000" pitchFamily="2" charset="2"/>
              <a:buChar char="Ø"/>
              <a:defRPr/>
            </a:pPr>
            <a:r>
              <a:rPr lang="en-US" altLang="zh-CN" sz="1600">
                <a:latin typeface="Arial" panose="020B0604020202020204" pitchFamily="34" charset="0"/>
              </a:rPr>
              <a:t>e.g. Each car has an engine that can not be shared with other cars.</a:t>
            </a:r>
          </a:p>
          <a:p>
            <a:pPr lvl="2">
              <a:buFontTx/>
              <a:buChar char="•"/>
              <a:defRPr/>
            </a:pPr>
            <a:endParaRPr lang="en-US" altLang="zh-CN" sz="1600">
              <a:latin typeface="Arial" panose="020B0604020202020204" pitchFamily="34" charset="0"/>
            </a:endParaRPr>
          </a:p>
          <a:p>
            <a:pPr lvl="1">
              <a:buClr>
                <a:schemeClr val="folHlink"/>
              </a:buClr>
              <a:buSzPct val="80000"/>
              <a:buFont typeface="Wingdings" panose="05000000000000000000" pitchFamily="2" charset="2"/>
              <a:buChar char="n"/>
              <a:defRPr/>
            </a:pPr>
            <a:r>
              <a:rPr lang="en-US" altLang="zh-CN" sz="2000" b="1">
                <a:latin typeface="Arial" panose="020B0604020202020204" pitchFamily="34" charset="0"/>
              </a:rPr>
              <a:t>Aggregations</a:t>
            </a:r>
            <a:r>
              <a:rPr lang="en-US" altLang="zh-CN" sz="2000">
                <a:latin typeface="Arial" panose="020B0604020202020204" pitchFamily="34" charset="0"/>
              </a:rPr>
              <a:t> </a:t>
            </a:r>
          </a:p>
          <a:p>
            <a:pPr lvl="1">
              <a:defRPr/>
            </a:pPr>
            <a:r>
              <a:rPr lang="en-US" altLang="zh-CN" sz="1600">
                <a:latin typeface="Arial" panose="020B0604020202020204" pitchFamily="34" charset="0"/>
              </a:rPr>
              <a:t>may form "part of" the association, but may not be essential to it. They may also exist independent of the aggregate.  e.g. Apples may exist independent of the bag.</a:t>
            </a:r>
          </a:p>
          <a:p>
            <a:pPr>
              <a:defRPr/>
            </a:pPr>
            <a:endParaRPr lang="en-US" altLang="zh-CN" sz="1600">
              <a:latin typeface="Arial" panose="020B0604020202020204" pitchFamily="34" charset="0"/>
            </a:endParaRPr>
          </a:p>
        </p:txBody>
      </p:sp>
    </p:spTree>
    <p:extLst>
      <p:ext uri="{BB962C8B-B14F-4D97-AF65-F5344CB8AC3E}">
        <p14:creationId xmlns:p14="http://schemas.microsoft.com/office/powerpoint/2010/main" val="36260618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877C4D9-BB93-4404-AC28-2F9BF90864C0}"/>
              </a:ext>
            </a:extLst>
          </p:cNvPr>
          <p:cNvSpPr>
            <a:spLocks noGrp="1" noChangeArrowheads="1"/>
          </p:cNvSpPr>
          <p:nvPr>
            <p:ph type="title"/>
          </p:nvPr>
        </p:nvSpPr>
        <p:spPr/>
        <p:txBody>
          <a:bodyPr/>
          <a:lstStyle/>
          <a:p>
            <a:r>
              <a:rPr lang="en-US" altLang="zh-CN"/>
              <a:t>Class diagram</a:t>
            </a:r>
          </a:p>
        </p:txBody>
      </p:sp>
      <p:graphicFrame>
        <p:nvGraphicFramePr>
          <p:cNvPr id="45059" name="Object 4">
            <a:extLst>
              <a:ext uri="{FF2B5EF4-FFF2-40B4-BE49-F238E27FC236}">
                <a16:creationId xmlns:a16="http://schemas.microsoft.com/office/drawing/2014/main" id="{93CBF6D0-CD32-44FD-A6AA-9A8DE1BBAE50}"/>
              </a:ext>
            </a:extLst>
          </p:cNvPr>
          <p:cNvGraphicFramePr>
            <a:graphicFrameLocks noGrp="1" noChangeAspect="1"/>
          </p:cNvGraphicFramePr>
          <p:nvPr>
            <p:ph idx="1"/>
          </p:nvPr>
        </p:nvGraphicFramePr>
        <p:xfrm>
          <a:off x="3032125" y="2017714"/>
          <a:ext cx="6070600" cy="4459287"/>
        </p:xfrm>
        <a:graphic>
          <a:graphicData uri="http://schemas.openxmlformats.org/presentationml/2006/ole">
            <mc:AlternateContent xmlns:mc="http://schemas.openxmlformats.org/markup-compatibility/2006">
              <mc:Choice xmlns:v="urn:schemas-microsoft-com:vml" Requires="v">
                <p:oleObj name="Bitmap Image" r:id="rId3" imgW="12628571" imgH="9276190" progId="Paint.Picture">
                  <p:embed/>
                </p:oleObj>
              </mc:Choice>
              <mc:Fallback>
                <p:oleObj name="Bitmap Image" r:id="rId3" imgW="12628571" imgH="9276190" progId="Paint.Picture">
                  <p:embed/>
                  <p:pic>
                    <p:nvPicPr>
                      <p:cNvPr id="45059" name="Object 4">
                        <a:extLst>
                          <a:ext uri="{FF2B5EF4-FFF2-40B4-BE49-F238E27FC236}">
                            <a16:creationId xmlns:a16="http://schemas.microsoft.com/office/drawing/2014/main" id="{93CBF6D0-CD32-44FD-A6AA-9A8DE1BBAE50}"/>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2125" y="2017714"/>
                        <a:ext cx="6070600" cy="445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0" name="Text Box 6">
            <a:extLst>
              <a:ext uri="{FF2B5EF4-FFF2-40B4-BE49-F238E27FC236}">
                <a16:creationId xmlns:a16="http://schemas.microsoft.com/office/drawing/2014/main" id="{29146550-EB91-4B21-BDBE-5222282E83E9}"/>
              </a:ext>
            </a:extLst>
          </p:cNvPr>
          <p:cNvSpPr txBox="1">
            <a:spLocks noChangeArrowheads="1"/>
          </p:cNvSpPr>
          <p:nvPr/>
        </p:nvSpPr>
        <p:spPr bwMode="auto">
          <a:xfrm>
            <a:off x="4495800" y="6400800"/>
            <a:ext cx="3886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PK" sz="1600">
                <a:latin typeface="Times New Roman" panose="02020603050405020304" pitchFamily="18" charset="0"/>
              </a:rPr>
              <a:t>[from </a:t>
            </a:r>
            <a:r>
              <a:rPr lang="en-US" altLang="en-PK" sz="1600" i="1">
                <a:latin typeface="Times New Roman" panose="02020603050405020304" pitchFamily="18" charset="0"/>
              </a:rPr>
              <a:t>UML Distilled    Third Edition</a:t>
            </a:r>
            <a:r>
              <a:rPr lang="en-US" altLang="en-PK" sz="1600">
                <a:latin typeface="Times New Roman" panose="02020603050405020304" pitchFamily="18" charset="0"/>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Lecture</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9832203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Data Flow Diagrams (DFD)</a:t>
            </a:r>
          </a:p>
        </p:txBody>
      </p:sp>
      <p:sp>
        <p:nvSpPr>
          <p:cNvPr id="49155"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ER diagram, event trace, state machines depict only lower-level details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A data-flow diagram (DFD) models functionality and the flow of data from one function to another</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A bubble represents a </a:t>
            </a:r>
            <a:r>
              <a:rPr lang="en-GB" i="1" dirty="0"/>
              <a:t>process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An arrow represents </a:t>
            </a:r>
            <a:r>
              <a:rPr lang="en-GB" i="1" dirty="0"/>
              <a:t>data flow</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A </a:t>
            </a:r>
            <a:r>
              <a:rPr lang="en-GB" i="1" dirty="0"/>
              <a:t>data store</a:t>
            </a:r>
            <a:r>
              <a:rPr lang="en-GB" dirty="0"/>
              <a:t>: a formal repository or database of information</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Rectangles represent </a:t>
            </a:r>
            <a:r>
              <a:rPr lang="en-GB" i="1" dirty="0"/>
              <a:t>actors</a:t>
            </a:r>
            <a:r>
              <a:rPr lang="en-GB" dirty="0"/>
              <a:t>: entities that provide input data or receive the output result </a:t>
            </a:r>
          </a:p>
        </p:txBody>
      </p:sp>
    </p:spTree>
    <p:extLst>
      <p:ext uri="{BB962C8B-B14F-4D97-AF65-F5344CB8AC3E}">
        <p14:creationId xmlns:p14="http://schemas.microsoft.com/office/powerpoint/2010/main" val="3208171989"/>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56C703E-6027-4245-8D4A-49C89EFCD76C}"/>
              </a:ext>
            </a:extLst>
          </p:cNvPr>
          <p:cNvSpPr>
            <a:spLocks noChangeArrowheads="1"/>
          </p:cNvSpPr>
          <p:nvPr/>
        </p:nvSpPr>
        <p:spPr bwMode="auto">
          <a:xfrm>
            <a:off x="1981200" y="57150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17411" name="Rectangle 3">
            <a:extLst>
              <a:ext uri="{FF2B5EF4-FFF2-40B4-BE49-F238E27FC236}">
                <a16:creationId xmlns:a16="http://schemas.microsoft.com/office/drawing/2014/main" id="{DB6C52C4-D7BE-405A-B8DC-FD9AFF446D09}"/>
              </a:ext>
            </a:extLst>
          </p:cNvPr>
          <p:cNvSpPr>
            <a:spLocks noChangeArrowheads="1"/>
          </p:cNvSpPr>
          <p:nvPr/>
        </p:nvSpPr>
        <p:spPr bwMode="auto">
          <a:xfrm>
            <a:off x="4724400" y="57150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17413" name="Rectangle 6">
            <a:extLst>
              <a:ext uri="{FF2B5EF4-FFF2-40B4-BE49-F238E27FC236}">
                <a16:creationId xmlns:a16="http://schemas.microsoft.com/office/drawing/2014/main" id="{DD1020E0-9D92-4937-BF2B-C7C630967463}"/>
              </a:ext>
            </a:extLst>
          </p:cNvPr>
          <p:cNvSpPr>
            <a:spLocks noChangeArrowheads="1"/>
          </p:cNvSpPr>
          <p:nvPr/>
        </p:nvSpPr>
        <p:spPr bwMode="auto">
          <a:xfrm>
            <a:off x="2510132" y="4352495"/>
            <a:ext cx="1676400" cy="838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17414" name="Line 9">
            <a:extLst>
              <a:ext uri="{FF2B5EF4-FFF2-40B4-BE49-F238E27FC236}">
                <a16:creationId xmlns:a16="http://schemas.microsoft.com/office/drawing/2014/main" id="{5297E3A4-824F-4EB8-980C-701C93EC8E44}"/>
              </a:ext>
            </a:extLst>
          </p:cNvPr>
          <p:cNvSpPr>
            <a:spLocks noChangeShapeType="1"/>
          </p:cNvSpPr>
          <p:nvPr/>
        </p:nvSpPr>
        <p:spPr bwMode="auto">
          <a:xfrm>
            <a:off x="2586333" y="6028893"/>
            <a:ext cx="147002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a:p>
        </p:txBody>
      </p:sp>
      <p:sp>
        <p:nvSpPr>
          <p:cNvPr id="17415" name="Rectangle 10">
            <a:extLst>
              <a:ext uri="{FF2B5EF4-FFF2-40B4-BE49-F238E27FC236}">
                <a16:creationId xmlns:a16="http://schemas.microsoft.com/office/drawing/2014/main" id="{6CD8C997-7CE9-4398-8689-0D11831B5459}"/>
              </a:ext>
            </a:extLst>
          </p:cNvPr>
          <p:cNvSpPr>
            <a:spLocks noChangeArrowheads="1"/>
          </p:cNvSpPr>
          <p:nvPr/>
        </p:nvSpPr>
        <p:spPr bwMode="auto">
          <a:xfrm>
            <a:off x="428658" y="5645342"/>
            <a:ext cx="124393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b="1" dirty="0"/>
              <a:t>Data flow</a:t>
            </a:r>
          </a:p>
        </p:txBody>
      </p:sp>
      <p:sp>
        <p:nvSpPr>
          <p:cNvPr id="17416" name="Rectangle 11">
            <a:extLst>
              <a:ext uri="{FF2B5EF4-FFF2-40B4-BE49-F238E27FC236}">
                <a16:creationId xmlns:a16="http://schemas.microsoft.com/office/drawing/2014/main" id="{7987F430-C596-4068-8A2C-0B3191671F40}"/>
              </a:ext>
            </a:extLst>
          </p:cNvPr>
          <p:cNvSpPr>
            <a:spLocks noChangeArrowheads="1"/>
          </p:cNvSpPr>
          <p:nvPr/>
        </p:nvSpPr>
        <p:spPr bwMode="auto">
          <a:xfrm>
            <a:off x="107373" y="4202451"/>
            <a:ext cx="1905000" cy="101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b="1" dirty="0"/>
              <a:t>Actors </a:t>
            </a:r>
          </a:p>
          <a:p>
            <a:pPr algn="ctr"/>
            <a:r>
              <a:rPr lang="en-US" altLang="en-US" sz="2000" b="1" dirty="0"/>
              <a:t>or </a:t>
            </a:r>
          </a:p>
          <a:p>
            <a:pPr algn="ctr"/>
            <a:r>
              <a:rPr lang="en-US" altLang="en-US" sz="2000" b="1" dirty="0"/>
              <a:t>External Entity</a:t>
            </a:r>
          </a:p>
        </p:txBody>
      </p:sp>
      <p:sp>
        <p:nvSpPr>
          <p:cNvPr id="17417" name="Rectangle 12">
            <a:extLst>
              <a:ext uri="{FF2B5EF4-FFF2-40B4-BE49-F238E27FC236}">
                <a16:creationId xmlns:a16="http://schemas.microsoft.com/office/drawing/2014/main" id="{B00C9D6A-D507-404B-880D-8C1709F956D4}"/>
              </a:ext>
            </a:extLst>
          </p:cNvPr>
          <p:cNvSpPr>
            <a:spLocks noChangeArrowheads="1"/>
          </p:cNvSpPr>
          <p:nvPr/>
        </p:nvSpPr>
        <p:spPr bwMode="auto">
          <a:xfrm>
            <a:off x="404950" y="3280930"/>
            <a:ext cx="130984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b="1" dirty="0"/>
              <a:t>Data store</a:t>
            </a:r>
          </a:p>
        </p:txBody>
      </p:sp>
      <p:sp>
        <p:nvSpPr>
          <p:cNvPr id="17418" name="Rectangle 13">
            <a:extLst>
              <a:ext uri="{FF2B5EF4-FFF2-40B4-BE49-F238E27FC236}">
                <a16:creationId xmlns:a16="http://schemas.microsoft.com/office/drawing/2014/main" id="{59A76A55-8CC4-4264-B74D-BDB2D025361E}"/>
              </a:ext>
            </a:extLst>
          </p:cNvPr>
          <p:cNvSpPr>
            <a:spLocks noChangeArrowheads="1"/>
          </p:cNvSpPr>
          <p:nvPr/>
        </p:nvSpPr>
        <p:spPr bwMode="auto">
          <a:xfrm>
            <a:off x="548787" y="1805709"/>
            <a:ext cx="1003674" cy="101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b="1" dirty="0"/>
              <a:t>Process</a:t>
            </a:r>
          </a:p>
          <a:p>
            <a:pPr algn="ctr"/>
            <a:r>
              <a:rPr lang="en-US" altLang="en-US" sz="2000" b="1" dirty="0"/>
              <a:t>or</a:t>
            </a:r>
          </a:p>
          <a:p>
            <a:r>
              <a:rPr lang="en-US" altLang="en-US" sz="2000" b="1" dirty="0"/>
              <a:t>Bubble</a:t>
            </a:r>
          </a:p>
        </p:txBody>
      </p:sp>
      <p:grpSp>
        <p:nvGrpSpPr>
          <p:cNvPr id="17419" name="Group 16">
            <a:extLst>
              <a:ext uri="{FF2B5EF4-FFF2-40B4-BE49-F238E27FC236}">
                <a16:creationId xmlns:a16="http://schemas.microsoft.com/office/drawing/2014/main" id="{B9B92325-79B5-46DF-ADD8-566E3B1985FF}"/>
              </a:ext>
            </a:extLst>
          </p:cNvPr>
          <p:cNvGrpSpPr>
            <a:grpSpLocks/>
          </p:cNvGrpSpPr>
          <p:nvPr/>
        </p:nvGrpSpPr>
        <p:grpSpPr bwMode="auto">
          <a:xfrm>
            <a:off x="2135408" y="1904406"/>
            <a:ext cx="1003674" cy="914401"/>
            <a:chOff x="3792" y="1152"/>
            <a:chExt cx="768" cy="864"/>
          </a:xfrm>
        </p:grpSpPr>
        <p:sp>
          <p:nvSpPr>
            <p:cNvPr id="17426" name="AutoShape 17">
              <a:extLst>
                <a:ext uri="{FF2B5EF4-FFF2-40B4-BE49-F238E27FC236}">
                  <a16:creationId xmlns:a16="http://schemas.microsoft.com/office/drawing/2014/main" id="{CC17E8B7-34ED-4C25-A607-0BAC96C26921}"/>
                </a:ext>
              </a:extLst>
            </p:cNvPr>
            <p:cNvSpPr>
              <a:spLocks noChangeArrowheads="1"/>
            </p:cNvSpPr>
            <p:nvPr/>
          </p:nvSpPr>
          <p:spPr bwMode="auto">
            <a:xfrm>
              <a:off x="3792" y="1152"/>
              <a:ext cx="768" cy="864"/>
            </a:xfrm>
            <a:prstGeom prst="roundRect">
              <a:avLst>
                <a:gd name="adj" fmla="val 16648"/>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17427" name="Line 18">
              <a:extLst>
                <a:ext uri="{FF2B5EF4-FFF2-40B4-BE49-F238E27FC236}">
                  <a16:creationId xmlns:a16="http://schemas.microsoft.com/office/drawing/2014/main" id="{9C7BBE44-80C1-4AEA-8C8C-10633515D212}"/>
                </a:ext>
              </a:extLst>
            </p:cNvPr>
            <p:cNvSpPr>
              <a:spLocks noChangeShapeType="1"/>
            </p:cNvSpPr>
            <p:nvPr/>
          </p:nvSpPr>
          <p:spPr bwMode="auto">
            <a:xfrm>
              <a:off x="3797" y="1344"/>
              <a:ext cx="75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grpSp>
      <p:grpSp>
        <p:nvGrpSpPr>
          <p:cNvPr id="17420" name="Group 23">
            <a:extLst>
              <a:ext uri="{FF2B5EF4-FFF2-40B4-BE49-F238E27FC236}">
                <a16:creationId xmlns:a16="http://schemas.microsoft.com/office/drawing/2014/main" id="{5B07C07F-2196-469A-A04F-862972327A78}"/>
              </a:ext>
            </a:extLst>
          </p:cNvPr>
          <p:cNvGrpSpPr>
            <a:grpSpLocks/>
          </p:cNvGrpSpPr>
          <p:nvPr/>
        </p:nvGrpSpPr>
        <p:grpSpPr bwMode="auto">
          <a:xfrm>
            <a:off x="1780347" y="3255009"/>
            <a:ext cx="1670050" cy="533400"/>
            <a:chOff x="3696" y="2352"/>
            <a:chExt cx="1052" cy="336"/>
          </a:xfrm>
        </p:grpSpPr>
        <p:sp>
          <p:nvSpPr>
            <p:cNvPr id="17423" name="Line 24">
              <a:extLst>
                <a:ext uri="{FF2B5EF4-FFF2-40B4-BE49-F238E27FC236}">
                  <a16:creationId xmlns:a16="http://schemas.microsoft.com/office/drawing/2014/main" id="{C97C7527-D9DE-4F8F-9B6C-6A04CE3DC70E}"/>
                </a:ext>
              </a:extLst>
            </p:cNvPr>
            <p:cNvSpPr>
              <a:spLocks noChangeShapeType="1"/>
            </p:cNvSpPr>
            <p:nvPr/>
          </p:nvSpPr>
          <p:spPr bwMode="auto">
            <a:xfrm>
              <a:off x="3702" y="2352"/>
              <a:ext cx="10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7424" name="Line 25">
              <a:extLst>
                <a:ext uri="{FF2B5EF4-FFF2-40B4-BE49-F238E27FC236}">
                  <a16:creationId xmlns:a16="http://schemas.microsoft.com/office/drawing/2014/main" id="{A9C089F9-3254-4D96-9BE8-D548A6434D72}"/>
                </a:ext>
              </a:extLst>
            </p:cNvPr>
            <p:cNvSpPr>
              <a:spLocks noChangeShapeType="1"/>
            </p:cNvSpPr>
            <p:nvPr/>
          </p:nvSpPr>
          <p:spPr bwMode="auto">
            <a:xfrm>
              <a:off x="3701" y="2688"/>
              <a:ext cx="10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7425" name="Line 26">
              <a:extLst>
                <a:ext uri="{FF2B5EF4-FFF2-40B4-BE49-F238E27FC236}">
                  <a16:creationId xmlns:a16="http://schemas.microsoft.com/office/drawing/2014/main" id="{30DE3540-22B0-41FA-85ED-EBA8666AA781}"/>
                </a:ext>
              </a:extLst>
            </p:cNvPr>
            <p:cNvSpPr>
              <a:spLocks noChangeShapeType="1"/>
            </p:cNvSpPr>
            <p:nvPr/>
          </p:nvSpPr>
          <p:spPr bwMode="auto">
            <a:xfrm>
              <a:off x="3696" y="2357"/>
              <a:ext cx="0" cy="3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grpSp>
      <p:sp>
        <p:nvSpPr>
          <p:cNvPr id="17421" name="Line 27">
            <a:extLst>
              <a:ext uri="{FF2B5EF4-FFF2-40B4-BE49-F238E27FC236}">
                <a16:creationId xmlns:a16="http://schemas.microsoft.com/office/drawing/2014/main" id="{3BE2F92C-728C-4821-92E7-DEFA14947337}"/>
              </a:ext>
            </a:extLst>
          </p:cNvPr>
          <p:cNvSpPr>
            <a:spLocks noChangeShapeType="1"/>
          </p:cNvSpPr>
          <p:nvPr/>
        </p:nvSpPr>
        <p:spPr bwMode="auto">
          <a:xfrm>
            <a:off x="2036651" y="3269298"/>
            <a:ext cx="0" cy="519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7422" name="Rectangle 28">
            <a:extLst>
              <a:ext uri="{FF2B5EF4-FFF2-40B4-BE49-F238E27FC236}">
                <a16:creationId xmlns:a16="http://schemas.microsoft.com/office/drawing/2014/main" id="{DE5F0A1F-28B8-4777-8FC0-C12650D33876}"/>
              </a:ext>
            </a:extLst>
          </p:cNvPr>
          <p:cNvSpPr>
            <a:spLocks noChangeArrowheads="1"/>
          </p:cNvSpPr>
          <p:nvPr/>
        </p:nvSpPr>
        <p:spPr bwMode="auto">
          <a:xfrm>
            <a:off x="5790449" y="1821873"/>
            <a:ext cx="4800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buFontTx/>
              <a:buChar char="•"/>
            </a:pPr>
            <a:r>
              <a:rPr lang="en-US" altLang="en-US" sz="1800" dirty="0"/>
              <a:t>Process - performs some action on data, such as creates, modifies, stores, delete, etc.  Can be manual or supported by computer.</a:t>
            </a:r>
          </a:p>
          <a:p>
            <a:pPr>
              <a:spcBef>
                <a:spcPct val="20000"/>
              </a:spcBef>
            </a:pPr>
            <a:endParaRPr lang="en-US" altLang="en-US" sz="1050" dirty="0"/>
          </a:p>
          <a:p>
            <a:pPr>
              <a:spcBef>
                <a:spcPct val="20000"/>
              </a:spcBef>
              <a:buFontTx/>
              <a:buChar char="•"/>
            </a:pPr>
            <a:r>
              <a:rPr lang="en-US" altLang="en-US" sz="1800" dirty="0"/>
              <a:t>Data store - information that is kept and accessed.  May be in paper file folder or a database.</a:t>
            </a:r>
          </a:p>
          <a:p>
            <a:pPr>
              <a:spcBef>
                <a:spcPct val="20000"/>
              </a:spcBef>
            </a:pPr>
            <a:endParaRPr lang="en-US" altLang="en-US" sz="1050" dirty="0"/>
          </a:p>
          <a:p>
            <a:pPr>
              <a:spcBef>
                <a:spcPct val="20000"/>
              </a:spcBef>
              <a:buFontTx/>
              <a:buChar char="•"/>
            </a:pPr>
            <a:r>
              <a:rPr lang="en-US" altLang="en-US" sz="1800" dirty="0"/>
              <a:t>External entity - is the origin or destination of data.  Entities are external to the system.</a:t>
            </a:r>
          </a:p>
          <a:p>
            <a:pPr>
              <a:spcBef>
                <a:spcPct val="20000"/>
              </a:spcBef>
            </a:pPr>
            <a:endParaRPr lang="en-US" altLang="en-US" sz="1050" dirty="0"/>
          </a:p>
          <a:p>
            <a:pPr>
              <a:spcBef>
                <a:spcPct val="20000"/>
              </a:spcBef>
              <a:buFontTx/>
              <a:buChar char="•"/>
            </a:pPr>
            <a:r>
              <a:rPr lang="en-US" altLang="en-US" sz="1800" dirty="0"/>
              <a:t>Data flow - the flow of data into or out of a process, datastore or entity</a:t>
            </a:r>
          </a:p>
        </p:txBody>
      </p:sp>
      <p:sp>
        <p:nvSpPr>
          <p:cNvPr id="2" name="TextBox 1">
            <a:extLst>
              <a:ext uri="{FF2B5EF4-FFF2-40B4-BE49-F238E27FC236}">
                <a16:creationId xmlns:a16="http://schemas.microsoft.com/office/drawing/2014/main" id="{35074874-6979-C2A6-2A75-3A48539A589A}"/>
              </a:ext>
            </a:extLst>
          </p:cNvPr>
          <p:cNvSpPr txBox="1"/>
          <p:nvPr/>
        </p:nvSpPr>
        <p:spPr>
          <a:xfrm>
            <a:off x="3238034" y="2127592"/>
            <a:ext cx="385042" cy="369332"/>
          </a:xfrm>
          <a:prstGeom prst="rect">
            <a:avLst/>
          </a:prstGeom>
          <a:noFill/>
        </p:spPr>
        <p:txBody>
          <a:bodyPr wrap="none" rtlCol="0">
            <a:spAutoFit/>
          </a:bodyPr>
          <a:lstStyle/>
          <a:p>
            <a:r>
              <a:rPr lang="en-US" dirty="0"/>
              <a:t>or</a:t>
            </a:r>
            <a:endParaRPr lang="en-PK" dirty="0"/>
          </a:p>
        </p:txBody>
      </p:sp>
      <p:sp>
        <p:nvSpPr>
          <p:cNvPr id="3" name="Oval 2">
            <a:extLst>
              <a:ext uri="{FF2B5EF4-FFF2-40B4-BE49-F238E27FC236}">
                <a16:creationId xmlns:a16="http://schemas.microsoft.com/office/drawing/2014/main" id="{89328547-42DD-36A5-B271-0C0CC13A723A}"/>
              </a:ext>
            </a:extLst>
          </p:cNvPr>
          <p:cNvSpPr/>
          <p:nvPr/>
        </p:nvSpPr>
        <p:spPr>
          <a:xfrm>
            <a:off x="3722029" y="1904406"/>
            <a:ext cx="1167845" cy="92408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aphicFrame>
        <p:nvGraphicFramePr>
          <p:cNvPr id="8" name="Table 8">
            <a:extLst>
              <a:ext uri="{FF2B5EF4-FFF2-40B4-BE49-F238E27FC236}">
                <a16:creationId xmlns:a16="http://schemas.microsoft.com/office/drawing/2014/main" id="{225C5158-5C33-7CAD-AA44-E5491D8B3BC3}"/>
              </a:ext>
            </a:extLst>
          </p:cNvPr>
          <p:cNvGraphicFramePr>
            <a:graphicFrameLocks noGrp="1"/>
          </p:cNvGraphicFramePr>
          <p:nvPr>
            <p:extLst>
              <p:ext uri="{D42A27DB-BD31-4B8C-83A1-F6EECF244321}">
                <p14:modId xmlns:p14="http://schemas.microsoft.com/office/powerpoint/2010/main" val="415028212"/>
              </p:ext>
            </p:extLst>
          </p:nvPr>
        </p:nvGraphicFramePr>
        <p:xfrm>
          <a:off x="3919081" y="3266641"/>
          <a:ext cx="2024358" cy="549689"/>
        </p:xfrm>
        <a:graphic>
          <a:graphicData uri="http://schemas.openxmlformats.org/drawingml/2006/table">
            <a:tbl>
              <a:tblPr firstRow="1" bandRow="1">
                <a:tableStyleId>{5C22544A-7EE6-4342-B048-85BDC9FD1C3A}</a:tableStyleId>
              </a:tblPr>
              <a:tblGrid>
                <a:gridCol w="2024358">
                  <a:extLst>
                    <a:ext uri="{9D8B030D-6E8A-4147-A177-3AD203B41FA5}">
                      <a16:colId xmlns:a16="http://schemas.microsoft.com/office/drawing/2014/main" val="2073210056"/>
                    </a:ext>
                  </a:extLst>
                </a:gridCol>
              </a:tblGrid>
              <a:tr h="549689">
                <a:tc>
                  <a:txBody>
                    <a:bodyPr/>
                    <a:lstStyle/>
                    <a:p>
                      <a:endParaRPr lang="en-PK"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0395748"/>
                  </a:ext>
                </a:extLst>
              </a:tr>
            </a:tbl>
          </a:graphicData>
        </a:graphic>
      </p:graphicFrame>
      <p:sp>
        <p:nvSpPr>
          <p:cNvPr id="9" name="TextBox 8">
            <a:extLst>
              <a:ext uri="{FF2B5EF4-FFF2-40B4-BE49-F238E27FC236}">
                <a16:creationId xmlns:a16="http://schemas.microsoft.com/office/drawing/2014/main" id="{224C9AA9-494C-7C2A-7E26-35CF602C64A6}"/>
              </a:ext>
            </a:extLst>
          </p:cNvPr>
          <p:cNvSpPr txBox="1"/>
          <p:nvPr/>
        </p:nvSpPr>
        <p:spPr>
          <a:xfrm>
            <a:off x="3481627" y="3344188"/>
            <a:ext cx="385042" cy="369332"/>
          </a:xfrm>
          <a:prstGeom prst="rect">
            <a:avLst/>
          </a:prstGeom>
          <a:noFill/>
        </p:spPr>
        <p:txBody>
          <a:bodyPr wrap="none" rtlCol="0">
            <a:spAutoFit/>
          </a:bodyPr>
          <a:lstStyle/>
          <a:p>
            <a:r>
              <a:rPr lang="en-US" dirty="0"/>
              <a:t>or</a:t>
            </a:r>
            <a:endParaRPr lang="en-PK" dirty="0"/>
          </a:p>
        </p:txBody>
      </p:sp>
      <p:sp>
        <p:nvSpPr>
          <p:cNvPr id="10" name="Rectangle 1">
            <a:extLst>
              <a:ext uri="{FF2B5EF4-FFF2-40B4-BE49-F238E27FC236}">
                <a16:creationId xmlns:a16="http://schemas.microsoft.com/office/drawing/2014/main" id="{2B190F37-E018-B5DB-733C-C0E5FB1CD5DD}"/>
              </a:ext>
            </a:extLst>
          </p:cNvPr>
          <p:cNvSpPr txBox="1">
            <a:spLocks noChangeArrowheads="1"/>
          </p:cNvSpPr>
          <p:nvPr/>
        </p:nvSpPr>
        <p:spPr>
          <a:xfrm>
            <a:off x="1202919" y="284176"/>
            <a:ext cx="9784080" cy="1508760"/>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000" kern="1200" cap="all" baseline="0">
                <a:solidFill>
                  <a:srgbClr val="FFFFFF"/>
                </a:solidFill>
                <a:latin typeface="+mj-lt"/>
                <a:ea typeface="+mj-ea"/>
                <a:cs typeface="+mj-cs"/>
              </a:defRPr>
            </a:lvl1p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t>DFD Symbols and Definitions</a:t>
            </a:r>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AAC6FF2-8ECB-4B96-B344-2A1EE410483E}"/>
              </a:ext>
            </a:extLst>
          </p:cNvPr>
          <p:cNvSpPr>
            <a:spLocks noChangeArrowheads="1"/>
          </p:cNvSpPr>
          <p:nvPr/>
        </p:nvSpPr>
        <p:spPr bwMode="auto">
          <a:xfrm>
            <a:off x="2154382" y="64339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sz="2000"/>
          </a:p>
        </p:txBody>
      </p:sp>
      <p:sp>
        <p:nvSpPr>
          <p:cNvPr id="18435" name="Rectangle 3">
            <a:extLst>
              <a:ext uri="{FF2B5EF4-FFF2-40B4-BE49-F238E27FC236}">
                <a16:creationId xmlns:a16="http://schemas.microsoft.com/office/drawing/2014/main" id="{71AF9219-4D50-4807-B070-6CD904D4B7E3}"/>
              </a:ext>
            </a:extLst>
          </p:cNvPr>
          <p:cNvSpPr>
            <a:spLocks noChangeArrowheads="1"/>
          </p:cNvSpPr>
          <p:nvPr/>
        </p:nvSpPr>
        <p:spPr bwMode="auto">
          <a:xfrm>
            <a:off x="4592782" y="64339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sz="2000"/>
          </a:p>
        </p:txBody>
      </p:sp>
      <p:sp>
        <p:nvSpPr>
          <p:cNvPr id="18436" name="Rectangle 4">
            <a:extLst>
              <a:ext uri="{FF2B5EF4-FFF2-40B4-BE49-F238E27FC236}">
                <a16:creationId xmlns:a16="http://schemas.microsoft.com/office/drawing/2014/main" id="{32A84BE3-958C-4168-BDD3-6BE1AE74406D}"/>
              </a:ext>
            </a:extLst>
          </p:cNvPr>
          <p:cNvSpPr>
            <a:spLocks noGrp="1" noChangeArrowheads="1"/>
          </p:cNvSpPr>
          <p:nvPr>
            <p:ph type="title"/>
          </p:nvPr>
        </p:nvSpPr>
        <p:spPr>
          <a:xfrm>
            <a:off x="2209800" y="376239"/>
            <a:ext cx="7772400" cy="1143000"/>
          </a:xfrm>
          <a:noFill/>
        </p:spPr>
        <p:txBody>
          <a:bodyPr vert="horz" lIns="90488" tIns="44450" rIns="90488" bIns="44450" rtlCol="0" anchor="ctr">
            <a:normAutofit/>
          </a:bodyPr>
          <a:lstStyle/>
          <a:p>
            <a:r>
              <a:rPr lang="en-US" altLang="en-US" dirty="0"/>
              <a:t>Rules for Drawing DFD</a:t>
            </a:r>
          </a:p>
        </p:txBody>
      </p:sp>
      <p:sp>
        <p:nvSpPr>
          <p:cNvPr id="18437" name="Rectangle 5">
            <a:extLst>
              <a:ext uri="{FF2B5EF4-FFF2-40B4-BE49-F238E27FC236}">
                <a16:creationId xmlns:a16="http://schemas.microsoft.com/office/drawing/2014/main" id="{629D629E-4863-4806-89D6-6B7858142AF6}"/>
              </a:ext>
            </a:extLst>
          </p:cNvPr>
          <p:cNvSpPr>
            <a:spLocks noChangeArrowheads="1"/>
          </p:cNvSpPr>
          <p:nvPr/>
        </p:nvSpPr>
        <p:spPr bwMode="auto">
          <a:xfrm>
            <a:off x="1773382" y="5138500"/>
            <a:ext cx="1676400" cy="838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sz="2000"/>
          </a:p>
        </p:txBody>
      </p:sp>
      <p:sp>
        <p:nvSpPr>
          <p:cNvPr id="18438" name="Line 6">
            <a:extLst>
              <a:ext uri="{FF2B5EF4-FFF2-40B4-BE49-F238E27FC236}">
                <a16:creationId xmlns:a16="http://schemas.microsoft.com/office/drawing/2014/main" id="{AC895752-17B1-4F7D-B81F-83160C5D57F9}"/>
              </a:ext>
            </a:extLst>
          </p:cNvPr>
          <p:cNvSpPr>
            <a:spLocks noChangeShapeType="1"/>
          </p:cNvSpPr>
          <p:nvPr/>
        </p:nvSpPr>
        <p:spPr bwMode="auto">
          <a:xfrm>
            <a:off x="3476771" y="5367100"/>
            <a:ext cx="147002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sz="1600"/>
          </a:p>
        </p:txBody>
      </p:sp>
      <p:grpSp>
        <p:nvGrpSpPr>
          <p:cNvPr id="18439" name="Group 7">
            <a:extLst>
              <a:ext uri="{FF2B5EF4-FFF2-40B4-BE49-F238E27FC236}">
                <a16:creationId xmlns:a16="http://schemas.microsoft.com/office/drawing/2014/main" id="{3D301CE3-A97F-4DA5-8B01-B5EB5A1E9EBC}"/>
              </a:ext>
            </a:extLst>
          </p:cNvPr>
          <p:cNvGrpSpPr>
            <a:grpSpLocks/>
          </p:cNvGrpSpPr>
          <p:nvPr/>
        </p:nvGrpSpPr>
        <p:grpSpPr bwMode="auto">
          <a:xfrm>
            <a:off x="1773382" y="3462100"/>
            <a:ext cx="1670050" cy="533400"/>
            <a:chOff x="192" y="2064"/>
            <a:chExt cx="1052" cy="336"/>
          </a:xfrm>
        </p:grpSpPr>
        <p:sp>
          <p:nvSpPr>
            <p:cNvPr id="18460" name="Line 8">
              <a:extLst>
                <a:ext uri="{FF2B5EF4-FFF2-40B4-BE49-F238E27FC236}">
                  <a16:creationId xmlns:a16="http://schemas.microsoft.com/office/drawing/2014/main" id="{DF004EE0-FFFC-4BD9-A424-DD2055154D06}"/>
                </a:ext>
              </a:extLst>
            </p:cNvPr>
            <p:cNvSpPr>
              <a:spLocks noChangeShapeType="1"/>
            </p:cNvSpPr>
            <p:nvPr/>
          </p:nvSpPr>
          <p:spPr bwMode="auto">
            <a:xfrm>
              <a:off x="198" y="2064"/>
              <a:ext cx="10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sz="1600"/>
            </a:p>
          </p:txBody>
        </p:sp>
        <p:sp>
          <p:nvSpPr>
            <p:cNvPr id="18461" name="Line 9">
              <a:extLst>
                <a:ext uri="{FF2B5EF4-FFF2-40B4-BE49-F238E27FC236}">
                  <a16:creationId xmlns:a16="http://schemas.microsoft.com/office/drawing/2014/main" id="{D75C262C-54BC-4D7E-829F-76A25D5BEA7E}"/>
                </a:ext>
              </a:extLst>
            </p:cNvPr>
            <p:cNvSpPr>
              <a:spLocks noChangeShapeType="1"/>
            </p:cNvSpPr>
            <p:nvPr/>
          </p:nvSpPr>
          <p:spPr bwMode="auto">
            <a:xfrm>
              <a:off x="197" y="2400"/>
              <a:ext cx="10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sz="1600"/>
            </a:p>
          </p:txBody>
        </p:sp>
        <p:sp>
          <p:nvSpPr>
            <p:cNvPr id="18462" name="Line 10">
              <a:extLst>
                <a:ext uri="{FF2B5EF4-FFF2-40B4-BE49-F238E27FC236}">
                  <a16:creationId xmlns:a16="http://schemas.microsoft.com/office/drawing/2014/main" id="{2E62930D-1D76-496E-8533-4A876975D1E5}"/>
                </a:ext>
              </a:extLst>
            </p:cNvPr>
            <p:cNvSpPr>
              <a:spLocks noChangeShapeType="1"/>
            </p:cNvSpPr>
            <p:nvPr/>
          </p:nvSpPr>
          <p:spPr bwMode="auto">
            <a:xfrm>
              <a:off x="192" y="2069"/>
              <a:ext cx="0" cy="3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sz="1600"/>
            </a:p>
          </p:txBody>
        </p:sp>
      </p:grpSp>
      <p:sp>
        <p:nvSpPr>
          <p:cNvPr id="18440" name="Line 11">
            <a:extLst>
              <a:ext uri="{FF2B5EF4-FFF2-40B4-BE49-F238E27FC236}">
                <a16:creationId xmlns:a16="http://schemas.microsoft.com/office/drawing/2014/main" id="{8A23CC04-CBAE-4BC7-837F-CD6F5381E40D}"/>
              </a:ext>
            </a:extLst>
          </p:cNvPr>
          <p:cNvSpPr>
            <a:spLocks noChangeShapeType="1"/>
          </p:cNvSpPr>
          <p:nvPr/>
        </p:nvSpPr>
        <p:spPr bwMode="auto">
          <a:xfrm>
            <a:off x="4504316" y="2427622"/>
            <a:ext cx="147002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sz="1600"/>
          </a:p>
        </p:txBody>
      </p:sp>
      <p:sp>
        <p:nvSpPr>
          <p:cNvPr id="18441" name="Line 12">
            <a:extLst>
              <a:ext uri="{FF2B5EF4-FFF2-40B4-BE49-F238E27FC236}">
                <a16:creationId xmlns:a16="http://schemas.microsoft.com/office/drawing/2014/main" id="{9A96C15C-596E-4BF4-84D1-8B1CBA27D379}"/>
              </a:ext>
            </a:extLst>
          </p:cNvPr>
          <p:cNvSpPr>
            <a:spLocks noChangeShapeType="1"/>
          </p:cNvSpPr>
          <p:nvPr/>
        </p:nvSpPr>
        <p:spPr bwMode="auto">
          <a:xfrm>
            <a:off x="1837316" y="2427622"/>
            <a:ext cx="147002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sz="1600"/>
          </a:p>
        </p:txBody>
      </p:sp>
      <p:sp>
        <p:nvSpPr>
          <p:cNvPr id="18442" name="Line 13">
            <a:extLst>
              <a:ext uri="{FF2B5EF4-FFF2-40B4-BE49-F238E27FC236}">
                <a16:creationId xmlns:a16="http://schemas.microsoft.com/office/drawing/2014/main" id="{2CF1BFA1-2AA5-4163-AE38-6E0932AB2900}"/>
              </a:ext>
            </a:extLst>
          </p:cNvPr>
          <p:cNvSpPr>
            <a:spLocks noChangeShapeType="1"/>
          </p:cNvSpPr>
          <p:nvPr/>
        </p:nvSpPr>
        <p:spPr bwMode="auto">
          <a:xfrm>
            <a:off x="3476771" y="3614500"/>
            <a:ext cx="147002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sz="1600"/>
          </a:p>
        </p:txBody>
      </p:sp>
      <p:grpSp>
        <p:nvGrpSpPr>
          <p:cNvPr id="18443" name="Group 14">
            <a:extLst>
              <a:ext uri="{FF2B5EF4-FFF2-40B4-BE49-F238E27FC236}">
                <a16:creationId xmlns:a16="http://schemas.microsoft.com/office/drawing/2014/main" id="{53C9E6B4-5A34-4297-BE20-54F727E784DE}"/>
              </a:ext>
            </a:extLst>
          </p:cNvPr>
          <p:cNvGrpSpPr>
            <a:grpSpLocks/>
          </p:cNvGrpSpPr>
          <p:nvPr/>
        </p:nvGrpSpPr>
        <p:grpSpPr bwMode="auto">
          <a:xfrm>
            <a:off x="3341255" y="1785703"/>
            <a:ext cx="1129146" cy="1225213"/>
            <a:chOff x="1104" y="864"/>
            <a:chExt cx="768" cy="864"/>
          </a:xfrm>
        </p:grpSpPr>
        <p:sp>
          <p:nvSpPr>
            <p:cNvPr id="18458" name="AutoShape 15">
              <a:extLst>
                <a:ext uri="{FF2B5EF4-FFF2-40B4-BE49-F238E27FC236}">
                  <a16:creationId xmlns:a16="http://schemas.microsoft.com/office/drawing/2014/main" id="{29E7023A-2BEA-4034-BA7C-F8203FD23B38}"/>
                </a:ext>
              </a:extLst>
            </p:cNvPr>
            <p:cNvSpPr>
              <a:spLocks noChangeArrowheads="1"/>
            </p:cNvSpPr>
            <p:nvPr/>
          </p:nvSpPr>
          <p:spPr bwMode="auto">
            <a:xfrm>
              <a:off x="1104" y="864"/>
              <a:ext cx="768" cy="864"/>
            </a:xfrm>
            <a:prstGeom prst="roundRect">
              <a:avLst>
                <a:gd name="adj" fmla="val 16648"/>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sz="2000"/>
            </a:p>
          </p:txBody>
        </p:sp>
        <p:sp>
          <p:nvSpPr>
            <p:cNvPr id="18459" name="Line 16">
              <a:extLst>
                <a:ext uri="{FF2B5EF4-FFF2-40B4-BE49-F238E27FC236}">
                  <a16:creationId xmlns:a16="http://schemas.microsoft.com/office/drawing/2014/main" id="{B290CD90-B3F4-41B6-A3C1-BEA95BBBDDE5}"/>
                </a:ext>
              </a:extLst>
            </p:cNvPr>
            <p:cNvSpPr>
              <a:spLocks noChangeShapeType="1"/>
            </p:cNvSpPr>
            <p:nvPr/>
          </p:nvSpPr>
          <p:spPr bwMode="auto">
            <a:xfrm>
              <a:off x="1109" y="1056"/>
              <a:ext cx="75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sz="1600"/>
            </a:p>
          </p:txBody>
        </p:sp>
      </p:grpSp>
      <p:grpSp>
        <p:nvGrpSpPr>
          <p:cNvPr id="18444" name="Group 17">
            <a:extLst>
              <a:ext uri="{FF2B5EF4-FFF2-40B4-BE49-F238E27FC236}">
                <a16:creationId xmlns:a16="http://schemas.microsoft.com/office/drawing/2014/main" id="{17A13CA0-F804-4817-90FF-458ED1A09D08}"/>
              </a:ext>
            </a:extLst>
          </p:cNvPr>
          <p:cNvGrpSpPr>
            <a:grpSpLocks/>
          </p:cNvGrpSpPr>
          <p:nvPr/>
        </p:nvGrpSpPr>
        <p:grpSpPr bwMode="auto">
          <a:xfrm>
            <a:off x="4973782" y="3081100"/>
            <a:ext cx="1219200" cy="1371600"/>
            <a:chOff x="2208" y="1824"/>
            <a:chExt cx="768" cy="864"/>
          </a:xfrm>
        </p:grpSpPr>
        <p:sp>
          <p:nvSpPr>
            <p:cNvPr id="18456" name="AutoShape 18">
              <a:extLst>
                <a:ext uri="{FF2B5EF4-FFF2-40B4-BE49-F238E27FC236}">
                  <a16:creationId xmlns:a16="http://schemas.microsoft.com/office/drawing/2014/main" id="{45DAFA96-851D-41FC-BB14-312AA2DA6AF6}"/>
                </a:ext>
              </a:extLst>
            </p:cNvPr>
            <p:cNvSpPr>
              <a:spLocks noChangeArrowheads="1"/>
            </p:cNvSpPr>
            <p:nvPr/>
          </p:nvSpPr>
          <p:spPr bwMode="auto">
            <a:xfrm>
              <a:off x="2208" y="1824"/>
              <a:ext cx="768" cy="864"/>
            </a:xfrm>
            <a:prstGeom prst="roundRect">
              <a:avLst>
                <a:gd name="adj" fmla="val 16648"/>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sz="2000"/>
            </a:p>
          </p:txBody>
        </p:sp>
        <p:sp>
          <p:nvSpPr>
            <p:cNvPr id="18457" name="Line 19">
              <a:extLst>
                <a:ext uri="{FF2B5EF4-FFF2-40B4-BE49-F238E27FC236}">
                  <a16:creationId xmlns:a16="http://schemas.microsoft.com/office/drawing/2014/main" id="{7516C556-BAFA-4AD2-8F0B-B42E90C89B5B}"/>
                </a:ext>
              </a:extLst>
            </p:cNvPr>
            <p:cNvSpPr>
              <a:spLocks noChangeShapeType="1"/>
            </p:cNvSpPr>
            <p:nvPr/>
          </p:nvSpPr>
          <p:spPr bwMode="auto">
            <a:xfrm>
              <a:off x="2213" y="2016"/>
              <a:ext cx="75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sz="1600"/>
            </a:p>
          </p:txBody>
        </p:sp>
      </p:grpSp>
      <p:grpSp>
        <p:nvGrpSpPr>
          <p:cNvPr id="18445" name="Group 20">
            <a:extLst>
              <a:ext uri="{FF2B5EF4-FFF2-40B4-BE49-F238E27FC236}">
                <a16:creationId xmlns:a16="http://schemas.microsoft.com/office/drawing/2014/main" id="{23B5DD05-FA6F-4D65-A55D-5D80BC8D2C8E}"/>
              </a:ext>
            </a:extLst>
          </p:cNvPr>
          <p:cNvGrpSpPr>
            <a:grpSpLocks/>
          </p:cNvGrpSpPr>
          <p:nvPr/>
        </p:nvGrpSpPr>
        <p:grpSpPr bwMode="auto">
          <a:xfrm>
            <a:off x="4973782" y="4757500"/>
            <a:ext cx="1219200" cy="1371600"/>
            <a:chOff x="2208" y="2880"/>
            <a:chExt cx="768" cy="864"/>
          </a:xfrm>
        </p:grpSpPr>
        <p:sp>
          <p:nvSpPr>
            <p:cNvPr id="18454" name="AutoShape 21">
              <a:extLst>
                <a:ext uri="{FF2B5EF4-FFF2-40B4-BE49-F238E27FC236}">
                  <a16:creationId xmlns:a16="http://schemas.microsoft.com/office/drawing/2014/main" id="{8C82379E-FEC2-4C64-8F8D-AB5344A432ED}"/>
                </a:ext>
              </a:extLst>
            </p:cNvPr>
            <p:cNvSpPr>
              <a:spLocks noChangeArrowheads="1"/>
            </p:cNvSpPr>
            <p:nvPr/>
          </p:nvSpPr>
          <p:spPr bwMode="auto">
            <a:xfrm>
              <a:off x="2208" y="2880"/>
              <a:ext cx="768" cy="864"/>
            </a:xfrm>
            <a:prstGeom prst="roundRect">
              <a:avLst>
                <a:gd name="adj" fmla="val 16648"/>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sz="2000"/>
            </a:p>
          </p:txBody>
        </p:sp>
        <p:sp>
          <p:nvSpPr>
            <p:cNvPr id="18455" name="Line 22">
              <a:extLst>
                <a:ext uri="{FF2B5EF4-FFF2-40B4-BE49-F238E27FC236}">
                  <a16:creationId xmlns:a16="http://schemas.microsoft.com/office/drawing/2014/main" id="{9A60BA69-DF7B-4B83-9F09-8C7FEB01DFCA}"/>
                </a:ext>
              </a:extLst>
            </p:cNvPr>
            <p:cNvSpPr>
              <a:spLocks noChangeShapeType="1"/>
            </p:cNvSpPr>
            <p:nvPr/>
          </p:nvSpPr>
          <p:spPr bwMode="auto">
            <a:xfrm>
              <a:off x="2213" y="3072"/>
              <a:ext cx="75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sz="1600"/>
            </a:p>
          </p:txBody>
        </p:sp>
      </p:grpSp>
      <p:sp>
        <p:nvSpPr>
          <p:cNvPr id="18446" name="Line 23">
            <a:extLst>
              <a:ext uri="{FF2B5EF4-FFF2-40B4-BE49-F238E27FC236}">
                <a16:creationId xmlns:a16="http://schemas.microsoft.com/office/drawing/2014/main" id="{B543B3E9-6214-4788-B646-E63CA5FCD92A}"/>
              </a:ext>
            </a:extLst>
          </p:cNvPr>
          <p:cNvSpPr>
            <a:spLocks noChangeShapeType="1"/>
          </p:cNvSpPr>
          <p:nvPr/>
        </p:nvSpPr>
        <p:spPr bwMode="auto">
          <a:xfrm flipH="1">
            <a:off x="3425970" y="5748100"/>
            <a:ext cx="1573212"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sz="1600"/>
          </a:p>
        </p:txBody>
      </p:sp>
      <p:sp>
        <p:nvSpPr>
          <p:cNvPr id="18447" name="Line 24">
            <a:extLst>
              <a:ext uri="{FF2B5EF4-FFF2-40B4-BE49-F238E27FC236}">
                <a16:creationId xmlns:a16="http://schemas.microsoft.com/office/drawing/2014/main" id="{DDE3EFCF-8001-4102-ADB1-82F069583F4A}"/>
              </a:ext>
            </a:extLst>
          </p:cNvPr>
          <p:cNvSpPr>
            <a:spLocks noChangeShapeType="1"/>
          </p:cNvSpPr>
          <p:nvPr/>
        </p:nvSpPr>
        <p:spPr bwMode="auto">
          <a:xfrm flipH="1">
            <a:off x="3349770" y="3919300"/>
            <a:ext cx="1649412"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sz="1600"/>
          </a:p>
        </p:txBody>
      </p:sp>
      <p:sp>
        <p:nvSpPr>
          <p:cNvPr id="18448" name="Rectangle 25">
            <a:extLst>
              <a:ext uri="{FF2B5EF4-FFF2-40B4-BE49-F238E27FC236}">
                <a16:creationId xmlns:a16="http://schemas.microsoft.com/office/drawing/2014/main" id="{ADC64A3B-7F71-47E3-B4EA-A939074D04B9}"/>
              </a:ext>
            </a:extLst>
          </p:cNvPr>
          <p:cNvSpPr>
            <a:spLocks noChangeArrowheads="1"/>
          </p:cNvSpPr>
          <p:nvPr/>
        </p:nvSpPr>
        <p:spPr bwMode="auto">
          <a:xfrm>
            <a:off x="6858145" y="1898413"/>
            <a:ext cx="3234861" cy="101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a:t>A</a:t>
            </a:r>
            <a:r>
              <a:rPr lang="en-US" altLang="en-US" sz="2000" b="1"/>
              <a:t> minimum</a:t>
            </a:r>
            <a:r>
              <a:rPr lang="en-US" altLang="en-US" sz="2000"/>
              <a:t> of one data flow</a:t>
            </a:r>
          </a:p>
          <a:p>
            <a:r>
              <a:rPr lang="en-US" altLang="en-US" sz="2000"/>
              <a:t>in and one data flow out of </a:t>
            </a:r>
          </a:p>
          <a:p>
            <a:r>
              <a:rPr lang="en-US" altLang="en-US" sz="2000"/>
              <a:t>a process</a:t>
            </a:r>
          </a:p>
        </p:txBody>
      </p:sp>
      <p:sp>
        <p:nvSpPr>
          <p:cNvPr id="18449" name="Rectangle 26">
            <a:extLst>
              <a:ext uri="{FF2B5EF4-FFF2-40B4-BE49-F238E27FC236}">
                <a16:creationId xmlns:a16="http://schemas.microsoft.com/office/drawing/2014/main" id="{CC32CB0D-9CBB-43A2-93EB-4BFA998159BE}"/>
              </a:ext>
            </a:extLst>
          </p:cNvPr>
          <p:cNvSpPr>
            <a:spLocks noChangeArrowheads="1"/>
          </p:cNvSpPr>
          <p:nvPr/>
        </p:nvSpPr>
        <p:spPr bwMode="auto">
          <a:xfrm>
            <a:off x="6874020" y="3228738"/>
            <a:ext cx="2513510" cy="101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dirty="0"/>
              <a:t>A datastore </a:t>
            </a:r>
            <a:r>
              <a:rPr lang="en-US" altLang="en-US" sz="2000" b="1" dirty="0"/>
              <a:t>must </a:t>
            </a:r>
            <a:r>
              <a:rPr lang="en-US" altLang="en-US" sz="2000" dirty="0"/>
              <a:t>be </a:t>
            </a:r>
          </a:p>
          <a:p>
            <a:r>
              <a:rPr lang="en-US" altLang="en-US" sz="2000" dirty="0"/>
              <a:t>connected to a process</a:t>
            </a:r>
          </a:p>
          <a:p>
            <a:r>
              <a:rPr lang="en-US" altLang="en-US" sz="2000" dirty="0"/>
              <a:t>(either in, out, or both)</a:t>
            </a:r>
          </a:p>
        </p:txBody>
      </p:sp>
      <p:sp>
        <p:nvSpPr>
          <p:cNvPr id="18450" name="Rectangle 27">
            <a:extLst>
              <a:ext uri="{FF2B5EF4-FFF2-40B4-BE49-F238E27FC236}">
                <a16:creationId xmlns:a16="http://schemas.microsoft.com/office/drawing/2014/main" id="{6610E978-52E8-4F84-923D-4E578BB454E1}"/>
              </a:ext>
            </a:extLst>
          </p:cNvPr>
          <p:cNvSpPr>
            <a:spLocks noChangeArrowheads="1"/>
          </p:cNvSpPr>
          <p:nvPr/>
        </p:nvSpPr>
        <p:spPr bwMode="auto">
          <a:xfrm>
            <a:off x="6934346" y="4717813"/>
            <a:ext cx="2800448" cy="101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a:t>An external entity </a:t>
            </a:r>
            <a:r>
              <a:rPr lang="en-US" altLang="en-US" sz="2000" b="1"/>
              <a:t>must </a:t>
            </a:r>
          </a:p>
          <a:p>
            <a:r>
              <a:rPr lang="en-US" altLang="en-US" sz="2000"/>
              <a:t>be connected to a process</a:t>
            </a:r>
          </a:p>
          <a:p>
            <a:r>
              <a:rPr lang="en-US" altLang="en-US" sz="2000"/>
              <a:t>(either in, out, or both)</a:t>
            </a:r>
          </a:p>
        </p:txBody>
      </p:sp>
      <p:sp>
        <p:nvSpPr>
          <p:cNvPr id="18451" name="Line 28">
            <a:extLst>
              <a:ext uri="{FF2B5EF4-FFF2-40B4-BE49-F238E27FC236}">
                <a16:creationId xmlns:a16="http://schemas.microsoft.com/office/drawing/2014/main" id="{06D0E1D4-B632-4FDB-95E5-D3A7D8D14894}"/>
              </a:ext>
            </a:extLst>
          </p:cNvPr>
          <p:cNvSpPr>
            <a:spLocks noChangeShapeType="1"/>
          </p:cNvSpPr>
          <p:nvPr/>
        </p:nvSpPr>
        <p:spPr bwMode="auto">
          <a:xfrm>
            <a:off x="3248171" y="6586300"/>
            <a:ext cx="147002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sz="1600"/>
          </a:p>
        </p:txBody>
      </p:sp>
      <p:sp>
        <p:nvSpPr>
          <p:cNvPr id="18452" name="Rectangle 29">
            <a:extLst>
              <a:ext uri="{FF2B5EF4-FFF2-40B4-BE49-F238E27FC236}">
                <a16:creationId xmlns:a16="http://schemas.microsoft.com/office/drawing/2014/main" id="{30A1F77E-7F14-4C72-9D8B-ACE8B7EF14C8}"/>
              </a:ext>
            </a:extLst>
          </p:cNvPr>
          <p:cNvSpPr>
            <a:spLocks noChangeArrowheads="1"/>
          </p:cNvSpPr>
          <p:nvPr/>
        </p:nvSpPr>
        <p:spPr bwMode="auto">
          <a:xfrm>
            <a:off x="6878783" y="6129100"/>
            <a:ext cx="2658036"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a:t>A single data flow </a:t>
            </a:r>
            <a:r>
              <a:rPr lang="en-US" altLang="en-US" sz="2000" b="1"/>
              <a:t>must</a:t>
            </a:r>
          </a:p>
          <a:p>
            <a:r>
              <a:rPr lang="en-US" altLang="en-US" sz="2000"/>
              <a:t> only flow one way</a:t>
            </a:r>
          </a:p>
        </p:txBody>
      </p:sp>
      <p:sp>
        <p:nvSpPr>
          <p:cNvPr id="18453" name="Line 30">
            <a:extLst>
              <a:ext uri="{FF2B5EF4-FFF2-40B4-BE49-F238E27FC236}">
                <a16:creationId xmlns:a16="http://schemas.microsoft.com/office/drawing/2014/main" id="{92B06C82-CBDC-4A39-8271-25ACB5B78E7E}"/>
              </a:ext>
            </a:extLst>
          </p:cNvPr>
          <p:cNvSpPr>
            <a:spLocks noChangeShapeType="1"/>
          </p:cNvSpPr>
          <p:nvPr/>
        </p:nvSpPr>
        <p:spPr bwMode="auto">
          <a:xfrm>
            <a:off x="2078182" y="34621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sz="16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22016D0-0B4B-4800-A94E-2DFE6097AED2}"/>
              </a:ext>
            </a:extLst>
          </p:cNvPr>
          <p:cNvSpPr>
            <a:spLocks noGrp="1" noChangeArrowheads="1"/>
          </p:cNvSpPr>
          <p:nvPr>
            <p:ph type="title"/>
          </p:nvPr>
        </p:nvSpPr>
        <p:spPr>
          <a:xfrm>
            <a:off x="2228850" y="444247"/>
            <a:ext cx="7772400" cy="1143000"/>
          </a:xfrm>
        </p:spPr>
        <p:txBody>
          <a:bodyPr/>
          <a:lstStyle/>
          <a:p>
            <a:r>
              <a:rPr lang="en-US" altLang="en-US" dirty="0"/>
              <a:t>DFD: Common Mistakes</a:t>
            </a:r>
          </a:p>
        </p:txBody>
      </p:sp>
      <p:sp>
        <p:nvSpPr>
          <p:cNvPr id="19459" name="Rectangle 3">
            <a:extLst>
              <a:ext uri="{FF2B5EF4-FFF2-40B4-BE49-F238E27FC236}">
                <a16:creationId xmlns:a16="http://schemas.microsoft.com/office/drawing/2014/main" id="{9D304BA0-A7AC-4CAD-B691-E5BD099C02E5}"/>
              </a:ext>
            </a:extLst>
          </p:cNvPr>
          <p:cNvSpPr>
            <a:spLocks noChangeArrowheads="1"/>
          </p:cNvSpPr>
          <p:nvPr/>
        </p:nvSpPr>
        <p:spPr bwMode="auto">
          <a:xfrm>
            <a:off x="2209800" y="6019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grpSp>
        <p:nvGrpSpPr>
          <p:cNvPr id="19460" name="Group 6">
            <a:extLst>
              <a:ext uri="{FF2B5EF4-FFF2-40B4-BE49-F238E27FC236}">
                <a16:creationId xmlns:a16="http://schemas.microsoft.com/office/drawing/2014/main" id="{16461009-A82A-47B5-9785-D8D25C25686A}"/>
              </a:ext>
            </a:extLst>
          </p:cNvPr>
          <p:cNvGrpSpPr>
            <a:grpSpLocks/>
          </p:cNvGrpSpPr>
          <p:nvPr/>
        </p:nvGrpSpPr>
        <p:grpSpPr bwMode="auto">
          <a:xfrm>
            <a:off x="1619250" y="3352800"/>
            <a:ext cx="1670050" cy="533400"/>
            <a:chOff x="192" y="2064"/>
            <a:chExt cx="1052" cy="336"/>
          </a:xfrm>
        </p:grpSpPr>
        <p:sp>
          <p:nvSpPr>
            <p:cNvPr id="19478" name="Line 7">
              <a:extLst>
                <a:ext uri="{FF2B5EF4-FFF2-40B4-BE49-F238E27FC236}">
                  <a16:creationId xmlns:a16="http://schemas.microsoft.com/office/drawing/2014/main" id="{55DE274C-F667-4761-BB8E-C73A5B9C3012}"/>
                </a:ext>
              </a:extLst>
            </p:cNvPr>
            <p:cNvSpPr>
              <a:spLocks noChangeShapeType="1"/>
            </p:cNvSpPr>
            <p:nvPr/>
          </p:nvSpPr>
          <p:spPr bwMode="auto">
            <a:xfrm>
              <a:off x="198" y="2064"/>
              <a:ext cx="10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9479" name="Line 8">
              <a:extLst>
                <a:ext uri="{FF2B5EF4-FFF2-40B4-BE49-F238E27FC236}">
                  <a16:creationId xmlns:a16="http://schemas.microsoft.com/office/drawing/2014/main" id="{8214E2A7-4463-4C20-8D4B-B31426783AD5}"/>
                </a:ext>
              </a:extLst>
            </p:cNvPr>
            <p:cNvSpPr>
              <a:spLocks noChangeShapeType="1"/>
            </p:cNvSpPr>
            <p:nvPr/>
          </p:nvSpPr>
          <p:spPr bwMode="auto">
            <a:xfrm>
              <a:off x="197" y="2400"/>
              <a:ext cx="104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9480" name="Line 9">
              <a:extLst>
                <a:ext uri="{FF2B5EF4-FFF2-40B4-BE49-F238E27FC236}">
                  <a16:creationId xmlns:a16="http://schemas.microsoft.com/office/drawing/2014/main" id="{6CD2346D-C822-49E2-8938-973F3869A98A}"/>
                </a:ext>
              </a:extLst>
            </p:cNvPr>
            <p:cNvSpPr>
              <a:spLocks noChangeShapeType="1"/>
            </p:cNvSpPr>
            <p:nvPr/>
          </p:nvSpPr>
          <p:spPr bwMode="auto">
            <a:xfrm>
              <a:off x="192" y="2069"/>
              <a:ext cx="0" cy="3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grpSp>
      <p:sp>
        <p:nvSpPr>
          <p:cNvPr id="19461" name="Line 10">
            <a:extLst>
              <a:ext uri="{FF2B5EF4-FFF2-40B4-BE49-F238E27FC236}">
                <a16:creationId xmlns:a16="http://schemas.microsoft.com/office/drawing/2014/main" id="{0B75C1A1-82A5-42D2-933B-0AA902B7DDB8}"/>
              </a:ext>
            </a:extLst>
          </p:cNvPr>
          <p:cNvSpPr>
            <a:spLocks noChangeShapeType="1"/>
          </p:cNvSpPr>
          <p:nvPr/>
        </p:nvSpPr>
        <p:spPr bwMode="auto">
          <a:xfrm>
            <a:off x="3685347" y="2515760"/>
            <a:ext cx="147002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a:p>
        </p:txBody>
      </p:sp>
      <p:sp>
        <p:nvSpPr>
          <p:cNvPr id="19462" name="Line 11">
            <a:extLst>
              <a:ext uri="{FF2B5EF4-FFF2-40B4-BE49-F238E27FC236}">
                <a16:creationId xmlns:a16="http://schemas.microsoft.com/office/drawing/2014/main" id="{ADDB4066-AA92-4BB3-8B76-6BEF77095EBA}"/>
              </a:ext>
            </a:extLst>
          </p:cNvPr>
          <p:cNvSpPr>
            <a:spLocks noChangeShapeType="1"/>
          </p:cNvSpPr>
          <p:nvPr/>
        </p:nvSpPr>
        <p:spPr bwMode="auto">
          <a:xfrm>
            <a:off x="3685347" y="2134760"/>
            <a:ext cx="147002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a:p>
        </p:txBody>
      </p:sp>
      <p:sp>
        <p:nvSpPr>
          <p:cNvPr id="19463" name="Line 12">
            <a:extLst>
              <a:ext uri="{FF2B5EF4-FFF2-40B4-BE49-F238E27FC236}">
                <a16:creationId xmlns:a16="http://schemas.microsoft.com/office/drawing/2014/main" id="{E8CB0264-95C6-4D77-8CC0-0B1D1DF20C8C}"/>
              </a:ext>
            </a:extLst>
          </p:cNvPr>
          <p:cNvSpPr>
            <a:spLocks noChangeShapeType="1"/>
          </p:cNvSpPr>
          <p:nvPr/>
        </p:nvSpPr>
        <p:spPr bwMode="auto">
          <a:xfrm>
            <a:off x="3322639" y="3505200"/>
            <a:ext cx="147002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a:p>
        </p:txBody>
      </p:sp>
      <p:grpSp>
        <p:nvGrpSpPr>
          <p:cNvPr id="19464" name="Group 13">
            <a:extLst>
              <a:ext uri="{FF2B5EF4-FFF2-40B4-BE49-F238E27FC236}">
                <a16:creationId xmlns:a16="http://schemas.microsoft.com/office/drawing/2014/main" id="{2E7BDCCE-65E0-41A2-BAA7-0E1BC1290D2E}"/>
              </a:ext>
            </a:extLst>
          </p:cNvPr>
          <p:cNvGrpSpPr>
            <a:grpSpLocks/>
          </p:cNvGrpSpPr>
          <p:nvPr/>
        </p:nvGrpSpPr>
        <p:grpSpPr bwMode="auto">
          <a:xfrm>
            <a:off x="2617787" y="1689104"/>
            <a:ext cx="1073149" cy="1193794"/>
            <a:chOff x="1104" y="864"/>
            <a:chExt cx="768" cy="864"/>
          </a:xfrm>
        </p:grpSpPr>
        <p:sp>
          <p:nvSpPr>
            <p:cNvPr id="19476" name="AutoShape 14">
              <a:extLst>
                <a:ext uri="{FF2B5EF4-FFF2-40B4-BE49-F238E27FC236}">
                  <a16:creationId xmlns:a16="http://schemas.microsoft.com/office/drawing/2014/main" id="{00BB4379-9827-450C-84DC-7BB07A16E267}"/>
                </a:ext>
              </a:extLst>
            </p:cNvPr>
            <p:cNvSpPr>
              <a:spLocks noChangeArrowheads="1"/>
            </p:cNvSpPr>
            <p:nvPr/>
          </p:nvSpPr>
          <p:spPr bwMode="auto">
            <a:xfrm>
              <a:off x="1104" y="864"/>
              <a:ext cx="768" cy="864"/>
            </a:xfrm>
            <a:prstGeom prst="roundRect">
              <a:avLst>
                <a:gd name="adj" fmla="val 16648"/>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19477" name="Line 15">
              <a:extLst>
                <a:ext uri="{FF2B5EF4-FFF2-40B4-BE49-F238E27FC236}">
                  <a16:creationId xmlns:a16="http://schemas.microsoft.com/office/drawing/2014/main" id="{D1F7703E-E027-4D69-ABFF-2BC142B8E96F}"/>
                </a:ext>
              </a:extLst>
            </p:cNvPr>
            <p:cNvSpPr>
              <a:spLocks noChangeShapeType="1"/>
            </p:cNvSpPr>
            <p:nvPr/>
          </p:nvSpPr>
          <p:spPr bwMode="auto">
            <a:xfrm>
              <a:off x="1109" y="1056"/>
              <a:ext cx="75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grpSp>
      <p:sp>
        <p:nvSpPr>
          <p:cNvPr id="19465" name="Line 23">
            <a:extLst>
              <a:ext uri="{FF2B5EF4-FFF2-40B4-BE49-F238E27FC236}">
                <a16:creationId xmlns:a16="http://schemas.microsoft.com/office/drawing/2014/main" id="{4E86AD10-8C90-4D24-8FCC-041BE15E0A4E}"/>
              </a:ext>
            </a:extLst>
          </p:cNvPr>
          <p:cNvSpPr>
            <a:spLocks noChangeShapeType="1"/>
          </p:cNvSpPr>
          <p:nvPr/>
        </p:nvSpPr>
        <p:spPr bwMode="auto">
          <a:xfrm flipH="1">
            <a:off x="3195638" y="3810000"/>
            <a:ext cx="1649412"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PK"/>
          </a:p>
        </p:txBody>
      </p:sp>
      <p:sp>
        <p:nvSpPr>
          <p:cNvPr id="19466" name="Line 24">
            <a:extLst>
              <a:ext uri="{FF2B5EF4-FFF2-40B4-BE49-F238E27FC236}">
                <a16:creationId xmlns:a16="http://schemas.microsoft.com/office/drawing/2014/main" id="{AD316889-3152-4182-9573-9D8EFE6F7F72}"/>
              </a:ext>
            </a:extLst>
          </p:cNvPr>
          <p:cNvSpPr>
            <a:spLocks noChangeShapeType="1"/>
          </p:cNvSpPr>
          <p:nvPr/>
        </p:nvSpPr>
        <p:spPr bwMode="auto">
          <a:xfrm>
            <a:off x="3200401" y="5410200"/>
            <a:ext cx="1470025" cy="0"/>
          </a:xfrm>
          <a:prstGeom prst="line">
            <a:avLst/>
          </a:prstGeom>
          <a:noFill/>
          <a:ln w="508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PK"/>
          </a:p>
        </p:txBody>
      </p:sp>
      <p:sp>
        <p:nvSpPr>
          <p:cNvPr id="19467" name="Line 25">
            <a:extLst>
              <a:ext uri="{FF2B5EF4-FFF2-40B4-BE49-F238E27FC236}">
                <a16:creationId xmlns:a16="http://schemas.microsoft.com/office/drawing/2014/main" id="{6360E738-6133-45DA-B5CE-C241BED2ED3A}"/>
              </a:ext>
            </a:extLst>
          </p:cNvPr>
          <p:cNvSpPr>
            <a:spLocks noChangeShapeType="1"/>
          </p:cNvSpPr>
          <p:nvPr/>
        </p:nvSpPr>
        <p:spPr bwMode="auto">
          <a:xfrm>
            <a:off x="1924050" y="3352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sp>
        <p:nvSpPr>
          <p:cNvPr id="19468" name="Rectangle 26">
            <a:extLst>
              <a:ext uri="{FF2B5EF4-FFF2-40B4-BE49-F238E27FC236}">
                <a16:creationId xmlns:a16="http://schemas.microsoft.com/office/drawing/2014/main" id="{E54C4540-FD30-488B-86E3-CB3D3C6F86C6}"/>
              </a:ext>
            </a:extLst>
          </p:cNvPr>
          <p:cNvSpPr>
            <a:spLocks noChangeArrowheads="1"/>
          </p:cNvSpPr>
          <p:nvPr/>
        </p:nvSpPr>
        <p:spPr bwMode="auto">
          <a:xfrm>
            <a:off x="4819650" y="3048000"/>
            <a:ext cx="1295400" cy="1066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grpSp>
        <p:nvGrpSpPr>
          <p:cNvPr id="19469" name="Group 27">
            <a:extLst>
              <a:ext uri="{FF2B5EF4-FFF2-40B4-BE49-F238E27FC236}">
                <a16:creationId xmlns:a16="http://schemas.microsoft.com/office/drawing/2014/main" id="{6AB70188-E8DF-4B37-B608-DE87548C4D1E}"/>
              </a:ext>
            </a:extLst>
          </p:cNvPr>
          <p:cNvGrpSpPr>
            <a:grpSpLocks/>
          </p:cNvGrpSpPr>
          <p:nvPr/>
        </p:nvGrpSpPr>
        <p:grpSpPr bwMode="auto">
          <a:xfrm>
            <a:off x="4648200" y="4724400"/>
            <a:ext cx="1219200" cy="1371600"/>
            <a:chOff x="2208" y="2880"/>
            <a:chExt cx="768" cy="864"/>
          </a:xfrm>
        </p:grpSpPr>
        <p:sp>
          <p:nvSpPr>
            <p:cNvPr id="19474" name="AutoShape 28">
              <a:extLst>
                <a:ext uri="{FF2B5EF4-FFF2-40B4-BE49-F238E27FC236}">
                  <a16:creationId xmlns:a16="http://schemas.microsoft.com/office/drawing/2014/main" id="{F481B7C9-E81E-4CD3-B70C-94E9B467F24A}"/>
                </a:ext>
              </a:extLst>
            </p:cNvPr>
            <p:cNvSpPr>
              <a:spLocks noChangeArrowheads="1"/>
            </p:cNvSpPr>
            <p:nvPr/>
          </p:nvSpPr>
          <p:spPr bwMode="auto">
            <a:xfrm>
              <a:off x="2208" y="2880"/>
              <a:ext cx="768" cy="864"/>
            </a:xfrm>
            <a:prstGeom prst="roundRect">
              <a:avLst>
                <a:gd name="adj" fmla="val 16648"/>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19475" name="Line 29">
              <a:extLst>
                <a:ext uri="{FF2B5EF4-FFF2-40B4-BE49-F238E27FC236}">
                  <a16:creationId xmlns:a16="http://schemas.microsoft.com/office/drawing/2014/main" id="{5D3AEB91-33F3-42F9-A356-54F69CB37D05}"/>
                </a:ext>
              </a:extLst>
            </p:cNvPr>
            <p:cNvSpPr>
              <a:spLocks noChangeShapeType="1"/>
            </p:cNvSpPr>
            <p:nvPr/>
          </p:nvSpPr>
          <p:spPr bwMode="auto">
            <a:xfrm>
              <a:off x="2213" y="3072"/>
              <a:ext cx="75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grpSp>
      <p:grpSp>
        <p:nvGrpSpPr>
          <p:cNvPr id="19470" name="Group 30">
            <a:extLst>
              <a:ext uri="{FF2B5EF4-FFF2-40B4-BE49-F238E27FC236}">
                <a16:creationId xmlns:a16="http://schemas.microsoft.com/office/drawing/2014/main" id="{15E21FC5-82BE-4B71-A82F-77B7B4D3A10A}"/>
              </a:ext>
            </a:extLst>
          </p:cNvPr>
          <p:cNvGrpSpPr>
            <a:grpSpLocks/>
          </p:cNvGrpSpPr>
          <p:nvPr/>
        </p:nvGrpSpPr>
        <p:grpSpPr bwMode="auto">
          <a:xfrm>
            <a:off x="1981200" y="4724400"/>
            <a:ext cx="1219200" cy="1371600"/>
            <a:chOff x="2208" y="2880"/>
            <a:chExt cx="768" cy="864"/>
          </a:xfrm>
        </p:grpSpPr>
        <p:sp>
          <p:nvSpPr>
            <p:cNvPr id="19472" name="AutoShape 31">
              <a:extLst>
                <a:ext uri="{FF2B5EF4-FFF2-40B4-BE49-F238E27FC236}">
                  <a16:creationId xmlns:a16="http://schemas.microsoft.com/office/drawing/2014/main" id="{5B228976-55B3-4A1B-92A6-7A3E1C5FC375}"/>
                </a:ext>
              </a:extLst>
            </p:cNvPr>
            <p:cNvSpPr>
              <a:spLocks noChangeArrowheads="1"/>
            </p:cNvSpPr>
            <p:nvPr/>
          </p:nvSpPr>
          <p:spPr bwMode="auto">
            <a:xfrm>
              <a:off x="2208" y="2880"/>
              <a:ext cx="768" cy="864"/>
            </a:xfrm>
            <a:prstGeom prst="roundRect">
              <a:avLst>
                <a:gd name="adj" fmla="val 16648"/>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
          <p:nvSpPr>
            <p:cNvPr id="19473" name="Line 32">
              <a:extLst>
                <a:ext uri="{FF2B5EF4-FFF2-40B4-BE49-F238E27FC236}">
                  <a16:creationId xmlns:a16="http://schemas.microsoft.com/office/drawing/2014/main" id="{2CF42766-2712-4F53-8CF3-52FEA82F7988}"/>
                </a:ext>
              </a:extLst>
            </p:cNvPr>
            <p:cNvSpPr>
              <a:spLocks noChangeShapeType="1"/>
            </p:cNvSpPr>
            <p:nvPr/>
          </p:nvSpPr>
          <p:spPr bwMode="auto">
            <a:xfrm>
              <a:off x="2213" y="3072"/>
              <a:ext cx="75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PK"/>
            </a:p>
          </p:txBody>
        </p:sp>
      </p:grpSp>
      <p:sp>
        <p:nvSpPr>
          <p:cNvPr id="19471" name="Rectangle 36">
            <a:extLst>
              <a:ext uri="{FF2B5EF4-FFF2-40B4-BE49-F238E27FC236}">
                <a16:creationId xmlns:a16="http://schemas.microsoft.com/office/drawing/2014/main" id="{2CC307D1-F2ED-4737-BD6D-4B5850ECDC71}"/>
              </a:ext>
            </a:extLst>
          </p:cNvPr>
          <p:cNvSpPr>
            <a:spLocks noChangeArrowheads="1"/>
          </p:cNvSpPr>
          <p:nvPr/>
        </p:nvSpPr>
        <p:spPr bwMode="auto">
          <a:xfrm>
            <a:off x="6416676" y="1834319"/>
            <a:ext cx="4038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buFontTx/>
              <a:buChar char="•"/>
            </a:pPr>
            <a:r>
              <a:rPr lang="en-US" altLang="en-US" sz="2000" dirty="0"/>
              <a:t>Process has no data flowing into it, but has data flowing out.</a:t>
            </a:r>
          </a:p>
          <a:p>
            <a:pPr marL="0" indent="0">
              <a:spcBef>
                <a:spcPct val="20000"/>
              </a:spcBef>
            </a:pPr>
            <a:endParaRPr lang="en-US" altLang="en-US" sz="2000" dirty="0"/>
          </a:p>
          <a:p>
            <a:pPr>
              <a:spcBef>
                <a:spcPct val="20000"/>
              </a:spcBef>
            </a:pPr>
            <a:endParaRPr lang="en-US" altLang="en-US" sz="1100" dirty="0"/>
          </a:p>
          <a:p>
            <a:pPr>
              <a:spcBef>
                <a:spcPct val="20000"/>
              </a:spcBef>
              <a:buFontTx/>
              <a:buChar char="•"/>
            </a:pPr>
            <a:r>
              <a:rPr lang="en-US" altLang="en-US" sz="2000" dirty="0"/>
              <a:t>Data store is hooked to external entity. This means external entity can read and write to your data file without auditing!!</a:t>
            </a:r>
          </a:p>
          <a:p>
            <a:pPr>
              <a:spcBef>
                <a:spcPct val="20000"/>
              </a:spcBef>
            </a:pPr>
            <a:endParaRPr lang="en-US" altLang="en-US" sz="1100" dirty="0"/>
          </a:p>
          <a:p>
            <a:pPr>
              <a:spcBef>
                <a:spcPct val="20000"/>
              </a:spcBef>
              <a:buFontTx/>
              <a:buChar char="•"/>
            </a:pPr>
            <a:endParaRPr lang="en-US" altLang="en-US" sz="2000" dirty="0"/>
          </a:p>
          <a:p>
            <a:pPr>
              <a:spcBef>
                <a:spcPct val="20000"/>
              </a:spcBef>
              <a:buFontTx/>
              <a:buChar char="•"/>
            </a:pPr>
            <a:r>
              <a:rPr lang="en-US" altLang="en-US" sz="2000" dirty="0"/>
              <a:t>The data flow goes in two directions at once. Two or more arrows should be used to show the flow to and from each process.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Data Flow Diagrams (Contd.)</a:t>
            </a:r>
          </a:p>
        </p:txBody>
      </p:sp>
      <p:sp>
        <p:nvSpPr>
          <p:cNvPr id="50179"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a:t>A high-level data-flow diagram for the library problem</a:t>
            </a:r>
          </a:p>
        </p:txBody>
      </p:sp>
      <p:pic>
        <p:nvPicPr>
          <p:cNvPr id="50180" name="Picture 94"/>
          <p:cNvPicPr>
            <a:picLocks noChangeAspect="1" noChangeArrowheads="1"/>
          </p:cNvPicPr>
          <p:nvPr/>
        </p:nvPicPr>
        <p:blipFill>
          <a:blip r:embed="rId3" cstate="print"/>
          <a:srcRect/>
          <a:stretch>
            <a:fillRect/>
          </a:stretch>
        </p:blipFill>
        <p:spPr bwMode="auto">
          <a:xfrm>
            <a:off x="2823121" y="2365647"/>
            <a:ext cx="6543675" cy="4300538"/>
          </a:xfrm>
          <a:prstGeom prst="rect">
            <a:avLst/>
          </a:prstGeom>
          <a:noFill/>
          <a:ln w="9525">
            <a:noFill/>
            <a:miter lim="800000"/>
            <a:headEnd/>
            <a:tailEnd/>
          </a:ln>
        </p:spPr>
      </p:pic>
    </p:spTree>
    <p:extLst>
      <p:ext uri="{BB962C8B-B14F-4D97-AF65-F5344CB8AC3E}">
        <p14:creationId xmlns:p14="http://schemas.microsoft.com/office/powerpoint/2010/main" val="128009298"/>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1092A8A-A248-4829-AE9F-518CE9CE8F07}"/>
              </a:ext>
            </a:extLst>
          </p:cNvPr>
          <p:cNvSpPr>
            <a:spLocks noGrp="1" noChangeArrowheads="1"/>
          </p:cNvSpPr>
          <p:nvPr>
            <p:ph type="title"/>
          </p:nvPr>
        </p:nvSpPr>
        <p:spPr>
          <a:xfrm>
            <a:off x="2209800" y="452582"/>
            <a:ext cx="7772400" cy="1143000"/>
          </a:xfrm>
        </p:spPr>
        <p:txBody>
          <a:bodyPr/>
          <a:lstStyle/>
          <a:p>
            <a:r>
              <a:rPr lang="en-US" altLang="en-US" dirty="0"/>
              <a:t>DFD: Adding Levels of Detail</a:t>
            </a:r>
          </a:p>
        </p:txBody>
      </p:sp>
      <p:sp>
        <p:nvSpPr>
          <p:cNvPr id="21507" name="Rectangle 3">
            <a:extLst>
              <a:ext uri="{FF2B5EF4-FFF2-40B4-BE49-F238E27FC236}">
                <a16:creationId xmlns:a16="http://schemas.microsoft.com/office/drawing/2014/main" id="{96B4DBB7-C65E-4DA4-9D2C-66F825FF60BA}"/>
              </a:ext>
            </a:extLst>
          </p:cNvPr>
          <p:cNvSpPr>
            <a:spLocks noGrp="1" noChangeArrowheads="1"/>
          </p:cNvSpPr>
          <p:nvPr>
            <p:ph type="body" idx="1"/>
          </p:nvPr>
        </p:nvSpPr>
        <p:spPr>
          <a:xfrm>
            <a:off x="1126835" y="2043546"/>
            <a:ext cx="9556597" cy="4114800"/>
          </a:xfrm>
        </p:spPr>
        <p:txBody>
          <a:bodyPr>
            <a:normAutofit lnSpcReduction="10000"/>
          </a:bodyPr>
          <a:lstStyle/>
          <a:p>
            <a:pPr>
              <a:lnSpc>
                <a:spcPct val="90000"/>
              </a:lnSpc>
            </a:pPr>
            <a:r>
              <a:rPr lang="en-US" altLang="en-US" sz="2800" dirty="0"/>
              <a:t>The highest level, called the </a:t>
            </a:r>
            <a:r>
              <a:rPr lang="en-US" altLang="en-US" sz="2800" i="1" dirty="0"/>
              <a:t>context diagram, </a:t>
            </a:r>
            <a:r>
              <a:rPr lang="en-US" altLang="en-US" sz="2800" dirty="0"/>
              <a:t>is only an overview. More detail is typically needed for system analysts. </a:t>
            </a:r>
          </a:p>
          <a:p>
            <a:pPr>
              <a:lnSpc>
                <a:spcPct val="90000"/>
              </a:lnSpc>
            </a:pPr>
            <a:r>
              <a:rPr lang="en-US" altLang="en-US" sz="2800" dirty="0"/>
              <a:t>We add detail to a DFD by creating “levels”. The first level added after the context diagram is called level “0”.</a:t>
            </a:r>
          </a:p>
          <a:p>
            <a:pPr>
              <a:lnSpc>
                <a:spcPct val="90000"/>
              </a:lnSpc>
            </a:pPr>
            <a:r>
              <a:rPr lang="en-US" altLang="en-US" sz="2800" dirty="0"/>
              <a:t> Each new level breaks apart one process and “decomposes” the single process into a new, more detailed DFD. A complete DFD can have many (up to 6 or 7) levels depending on the complexity of system.</a:t>
            </a:r>
          </a:p>
          <a:p>
            <a:pPr>
              <a:lnSpc>
                <a:spcPct val="90000"/>
              </a:lnSpc>
            </a:pPr>
            <a:r>
              <a:rPr lang="en-US" altLang="en-US" sz="2800" dirty="0"/>
              <a:t>Breaking the DFD into levels is referred to as </a:t>
            </a:r>
            <a:r>
              <a:rPr lang="en-US" altLang="en-US" sz="2800" b="1" dirty="0"/>
              <a:t>“Decomposition”.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2348310D-3221-4B5F-BC93-933FCAB6CBCA}"/>
              </a:ext>
            </a:extLst>
          </p:cNvPr>
          <p:cNvSpPr>
            <a:spLocks noGrp="1" noChangeArrowheads="1"/>
          </p:cNvSpPr>
          <p:nvPr>
            <p:ph type="title"/>
          </p:nvPr>
        </p:nvSpPr>
        <p:spPr>
          <a:xfrm>
            <a:off x="2209800" y="367145"/>
            <a:ext cx="7772400" cy="1143000"/>
          </a:xfrm>
        </p:spPr>
        <p:txBody>
          <a:bodyPr/>
          <a:lstStyle/>
          <a:p>
            <a:r>
              <a:rPr lang="en-US" altLang="en-US" dirty="0"/>
              <a:t>DFD: Numbering Levels</a:t>
            </a:r>
          </a:p>
        </p:txBody>
      </p:sp>
      <p:sp>
        <p:nvSpPr>
          <p:cNvPr id="22531" name="Rectangle 3">
            <a:extLst>
              <a:ext uri="{FF2B5EF4-FFF2-40B4-BE49-F238E27FC236}">
                <a16:creationId xmlns:a16="http://schemas.microsoft.com/office/drawing/2014/main" id="{DDDE4DD2-F9F5-404A-9CA2-B05BD1683794}"/>
              </a:ext>
            </a:extLst>
          </p:cNvPr>
          <p:cNvSpPr>
            <a:spLocks noGrp="1" noChangeArrowheads="1"/>
          </p:cNvSpPr>
          <p:nvPr>
            <p:ph type="body" idx="1"/>
          </p:nvPr>
        </p:nvSpPr>
        <p:spPr>
          <a:xfrm>
            <a:off x="879676" y="2085109"/>
            <a:ext cx="9549114" cy="4114800"/>
          </a:xfrm>
        </p:spPr>
        <p:txBody>
          <a:bodyPr>
            <a:normAutofit/>
          </a:bodyPr>
          <a:lstStyle/>
          <a:p>
            <a:pPr>
              <a:lnSpc>
                <a:spcPct val="80000"/>
              </a:lnSpc>
            </a:pPr>
            <a:r>
              <a:rPr lang="en-US" altLang="en-US" sz="2800" dirty="0"/>
              <a:t>In a DFD with many levels it’s easy to forget which level you are on. That’s why each level has different numbering for the processes on the diagram. The ‘level’ corresponds to the number of decimal places required to define a process in it. Here’s how it works:</a:t>
            </a:r>
          </a:p>
          <a:p>
            <a:pPr>
              <a:lnSpc>
                <a:spcPct val="80000"/>
              </a:lnSpc>
            </a:pPr>
            <a:endParaRPr lang="en-US" altLang="en-US" sz="2800" dirty="0"/>
          </a:p>
          <a:p>
            <a:pPr lvl="1">
              <a:lnSpc>
                <a:spcPct val="80000"/>
              </a:lnSpc>
            </a:pPr>
            <a:r>
              <a:rPr lang="en-US" altLang="en-US" sz="2400" dirty="0"/>
              <a:t>Context Diagram	Process labeled “0”</a:t>
            </a:r>
          </a:p>
          <a:p>
            <a:pPr lvl="1">
              <a:lnSpc>
                <a:spcPct val="80000"/>
              </a:lnSpc>
            </a:pPr>
            <a:r>
              <a:rPr lang="en-US" altLang="en-US" sz="2400" dirty="0"/>
              <a:t>Level 0			Processes labeled 1.0, 2.0, 3.0, .</a:t>
            </a:r>
          </a:p>
          <a:p>
            <a:pPr lvl="1">
              <a:lnSpc>
                <a:spcPct val="80000"/>
              </a:lnSpc>
            </a:pPr>
            <a:r>
              <a:rPr lang="en-US" altLang="en-US" sz="2400" dirty="0"/>
              <a:t>Level 1			Processes labeled 1.1, 1.2, 1.3, .</a:t>
            </a:r>
          </a:p>
          <a:p>
            <a:pPr lvl="1">
              <a:lnSpc>
                <a:spcPct val="80000"/>
              </a:lnSpc>
            </a:pPr>
            <a:r>
              <a:rPr lang="en-US" altLang="en-US" sz="2400" dirty="0"/>
              <a:t>Level 2			Processes labeled 1.11, 1.12,...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3AA3F9B-2766-477D-B7DE-6785A6E967CD}"/>
              </a:ext>
            </a:extLst>
          </p:cNvPr>
          <p:cNvSpPr>
            <a:spLocks noGrp="1" noChangeArrowheads="1"/>
          </p:cNvSpPr>
          <p:nvPr>
            <p:ph type="title"/>
          </p:nvPr>
        </p:nvSpPr>
        <p:spPr>
          <a:xfrm>
            <a:off x="2067585" y="284176"/>
            <a:ext cx="8056829" cy="1508760"/>
          </a:xfrm>
        </p:spPr>
        <p:txBody>
          <a:bodyPr>
            <a:normAutofit/>
          </a:bodyPr>
          <a:lstStyle/>
          <a:p>
            <a:r>
              <a:rPr lang="en-US" altLang="en-US" dirty="0"/>
              <a:t>Process Hierarchy</a:t>
            </a:r>
            <a:br>
              <a:rPr lang="en-US" altLang="en-US" dirty="0"/>
            </a:br>
            <a:r>
              <a:rPr lang="en-US" altLang="en-US" sz="2000" dirty="0"/>
              <a:t>(The Broadway Entertainment Company)</a:t>
            </a:r>
          </a:p>
        </p:txBody>
      </p:sp>
      <p:graphicFrame>
        <p:nvGraphicFramePr>
          <p:cNvPr id="6" name="Diagram 5">
            <a:extLst>
              <a:ext uri="{FF2B5EF4-FFF2-40B4-BE49-F238E27FC236}">
                <a16:creationId xmlns:a16="http://schemas.microsoft.com/office/drawing/2014/main" id="{D9FD13D2-9244-1679-BA5E-B825CE542AEB}"/>
              </a:ext>
            </a:extLst>
          </p:cNvPr>
          <p:cNvGraphicFramePr/>
          <p:nvPr>
            <p:extLst>
              <p:ext uri="{D42A27DB-BD31-4B8C-83A1-F6EECF244321}">
                <p14:modId xmlns:p14="http://schemas.microsoft.com/office/powerpoint/2010/main" val="1505184667"/>
              </p:ext>
            </p:extLst>
          </p:nvPr>
        </p:nvGraphicFramePr>
        <p:xfrm>
          <a:off x="439839" y="-318305"/>
          <a:ext cx="13901194" cy="74946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3AA3F9B-2766-477D-B7DE-6785A6E967CD}"/>
              </a:ext>
            </a:extLst>
          </p:cNvPr>
          <p:cNvSpPr>
            <a:spLocks noGrp="1" noChangeArrowheads="1"/>
          </p:cNvSpPr>
          <p:nvPr>
            <p:ph type="title"/>
          </p:nvPr>
        </p:nvSpPr>
        <p:spPr>
          <a:xfrm>
            <a:off x="2067585" y="284176"/>
            <a:ext cx="8056829" cy="1508760"/>
          </a:xfrm>
        </p:spPr>
        <p:txBody>
          <a:bodyPr>
            <a:normAutofit/>
          </a:bodyPr>
          <a:lstStyle/>
          <a:p>
            <a:r>
              <a:rPr lang="en-US" altLang="en-US" dirty="0"/>
              <a:t>Context Level </a:t>
            </a:r>
            <a:br>
              <a:rPr lang="en-US" altLang="en-US" dirty="0"/>
            </a:br>
            <a:r>
              <a:rPr lang="en-US" altLang="en-US" sz="2000" dirty="0"/>
              <a:t>(The Broadway Entertainment Company)</a:t>
            </a:r>
            <a:br>
              <a:rPr lang="en-US" altLang="en-US" dirty="0"/>
            </a:br>
            <a:r>
              <a:rPr lang="en-US" altLang="en-US" sz="2000" dirty="0"/>
              <a:t>(note: there are no storage elements at this level)</a:t>
            </a:r>
          </a:p>
        </p:txBody>
      </p:sp>
      <p:pic>
        <p:nvPicPr>
          <p:cNvPr id="29699" name="Picture 3">
            <a:extLst>
              <a:ext uri="{FF2B5EF4-FFF2-40B4-BE49-F238E27FC236}">
                <a16:creationId xmlns:a16="http://schemas.microsoft.com/office/drawing/2014/main" id="{3CDC4545-9AA1-4124-AA2C-B73310A4B2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25" t="6250" r="48438" b="40625"/>
          <a:stretch>
            <a:fillRect/>
          </a:stretch>
        </p:blipFill>
        <p:spPr bwMode="auto">
          <a:xfrm>
            <a:off x="625033" y="1882027"/>
            <a:ext cx="10361965" cy="4975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9632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38941898-6F58-4184-AC76-4DC269CECF59}"/>
              </a:ext>
            </a:extLst>
          </p:cNvPr>
          <p:cNvSpPr>
            <a:spLocks noGrp="1" noChangeArrowheads="1"/>
          </p:cNvSpPr>
          <p:nvPr>
            <p:ph type="title"/>
          </p:nvPr>
        </p:nvSpPr>
        <p:spPr/>
        <p:txBody>
          <a:bodyPr>
            <a:normAutofit/>
          </a:bodyPr>
          <a:lstStyle/>
          <a:p>
            <a:r>
              <a:rPr lang="en-US" altLang="en-US" dirty="0"/>
              <a:t>Level 0</a:t>
            </a:r>
            <a:br>
              <a:rPr lang="en-US" altLang="en-US" dirty="0"/>
            </a:br>
            <a:r>
              <a:rPr lang="en-US" altLang="en-US" sz="2000" dirty="0"/>
              <a:t>(The Broadway Entertainment Company)</a:t>
            </a:r>
          </a:p>
        </p:txBody>
      </p:sp>
      <p:pic>
        <p:nvPicPr>
          <p:cNvPr id="30723" name="Picture 3">
            <a:extLst>
              <a:ext uri="{FF2B5EF4-FFF2-40B4-BE49-F238E27FC236}">
                <a16:creationId xmlns:a16="http://schemas.microsoft.com/office/drawing/2014/main" id="{B8493389-E7D8-48E3-8E7A-A239DD2F1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25" t="6250" r="43750" b="26042"/>
          <a:stretch>
            <a:fillRect/>
          </a:stretch>
        </p:blipFill>
        <p:spPr bwMode="auto">
          <a:xfrm>
            <a:off x="255609" y="1870275"/>
            <a:ext cx="11353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Rectangle 5">
            <a:extLst>
              <a:ext uri="{FF2B5EF4-FFF2-40B4-BE49-F238E27FC236}">
                <a16:creationId xmlns:a16="http://schemas.microsoft.com/office/drawing/2014/main" id="{70B20468-3ED0-4154-95C9-028FB345A63A}"/>
              </a:ext>
            </a:extLst>
          </p:cNvPr>
          <p:cNvSpPr>
            <a:spLocks noChangeArrowheads="1"/>
          </p:cNvSpPr>
          <p:nvPr/>
        </p:nvSpPr>
        <p:spPr bwMode="auto">
          <a:xfrm>
            <a:off x="11157995" y="1870275"/>
            <a:ext cx="533400" cy="1828800"/>
          </a:xfrm>
          <a:prstGeom prst="rect">
            <a:avLst/>
          </a:prstGeom>
          <a:solidFill>
            <a:srgbClr val="FFFFFF"/>
          </a:solidFill>
          <a:ln w="9525">
            <a:solidFill>
              <a:schemeClr val="bg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PK"/>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Data Flow Diagrams (Contd.)</a:t>
            </a:r>
          </a:p>
        </p:txBody>
      </p:sp>
      <p:sp>
        <p:nvSpPr>
          <p:cNvPr id="51203" name="Rectangle 2"/>
          <p:cNvSpPr>
            <a:spLocks noGrp="1" noChangeArrowheads="1"/>
          </p:cNvSpPr>
          <p:nvPr>
            <p:ph idx="1"/>
          </p:nvPr>
        </p:nvSpPr>
        <p:spPr/>
        <p:txBody>
          <a:bodyPr>
            <a:normAutofit/>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2800" dirty="0"/>
              <a:t>Note that the Context Diagram did NOT record the movement of merchandise, but rather the information flow surrounding the underlying business processes. </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2800" dirty="0"/>
              <a:t>A DFD that shows the movement of information is called a “</a:t>
            </a:r>
            <a:r>
              <a:rPr lang="en-US" sz="2800" b="1" dirty="0"/>
              <a:t>logical</a:t>
            </a:r>
            <a:r>
              <a:rPr lang="en-US" sz="2800" dirty="0"/>
              <a:t>” DFD.</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2800" dirty="0"/>
              <a:t> A DFD that shows the movement of physical stuff (such as merchandise) is called a “</a:t>
            </a:r>
            <a:r>
              <a:rPr lang="en-US" sz="2800" b="1" dirty="0"/>
              <a:t>physical</a:t>
            </a:r>
            <a:r>
              <a:rPr lang="en-US" sz="2800" dirty="0"/>
              <a:t>” DFD. </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2800" dirty="0"/>
              <a:t>The </a:t>
            </a:r>
            <a:r>
              <a:rPr lang="en-US" sz="2800" b="1" dirty="0"/>
              <a:t>logical DFD</a:t>
            </a:r>
            <a:r>
              <a:rPr lang="en-US" sz="2800" dirty="0"/>
              <a:t> is by far the most common type of DFD and therefore we will focus on this in this class.</a:t>
            </a:r>
          </a:p>
        </p:txBody>
      </p:sp>
    </p:spTree>
    <p:extLst>
      <p:ext uri="{BB962C8B-B14F-4D97-AF65-F5344CB8AC3E}">
        <p14:creationId xmlns:p14="http://schemas.microsoft.com/office/powerpoint/2010/main" val="2001405462"/>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Use Case Diagram</a:t>
            </a:r>
          </a:p>
        </p:txBody>
      </p:sp>
      <p:sp>
        <p:nvSpPr>
          <p:cNvPr id="52227"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Components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A large box: </a:t>
            </a:r>
            <a:r>
              <a:rPr lang="en-GB" i="1"/>
              <a:t>system boundary</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Stick figures outside the box: </a:t>
            </a:r>
            <a:r>
              <a:rPr lang="en-GB" i="1"/>
              <a:t>actors</a:t>
            </a:r>
            <a:r>
              <a:rPr lang="en-GB"/>
              <a:t>, both human and systems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Each oval inside the box: a use case that represents some major required functionality and its variant</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A line between an actor and use case: the actor participates in the use case</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Use cases do not model all the tasks, instead they are used to specify user views of essential system behavior</a:t>
            </a:r>
          </a:p>
        </p:txBody>
      </p:sp>
    </p:spTree>
    <p:extLst>
      <p:ext uri="{BB962C8B-B14F-4D97-AF65-F5344CB8AC3E}">
        <p14:creationId xmlns:p14="http://schemas.microsoft.com/office/powerpoint/2010/main" val="3818602142"/>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Grp="1" noChangeArrowheads="1"/>
          </p:cNvSpPr>
          <p:nvPr>
            <p:ph type="title"/>
          </p:nvPr>
        </p:nvSpPr>
        <p:spPr/>
        <p:txBody>
          <a:bodyPr>
            <a:normAutofit/>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t>Use Case Diagram</a:t>
            </a:r>
          </a:p>
        </p:txBody>
      </p:sp>
      <p:sp>
        <p:nvSpPr>
          <p:cNvPr id="53251" name="Rectangle 2"/>
          <p:cNvSpPr>
            <a:spLocks noGrp="1" noChangeArrowheads="1"/>
          </p:cNvSpPr>
          <p:nvPr>
            <p:ph idx="1"/>
          </p:nvPr>
        </p:nvSpPr>
        <p:spPr/>
        <p:txBody>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t>Library use cases including borrowing a book, returning a borrowed book, and paying a library fine</a:t>
            </a:r>
          </a:p>
        </p:txBody>
      </p:sp>
      <p:pic>
        <p:nvPicPr>
          <p:cNvPr id="53252" name="Picture 64"/>
          <p:cNvPicPr>
            <a:picLocks noChangeAspect="1" noChangeArrowheads="1"/>
          </p:cNvPicPr>
          <p:nvPr/>
        </p:nvPicPr>
        <p:blipFill>
          <a:blip r:embed="rId3" cstate="print"/>
          <a:srcRect/>
          <a:stretch>
            <a:fillRect/>
          </a:stretch>
        </p:blipFill>
        <p:spPr bwMode="auto">
          <a:xfrm>
            <a:off x="3832196" y="2343737"/>
            <a:ext cx="5610225" cy="3863975"/>
          </a:xfrm>
          <a:prstGeom prst="rect">
            <a:avLst/>
          </a:prstGeom>
          <a:noFill/>
          <a:ln w="9525">
            <a:noFill/>
            <a:miter lim="800000"/>
            <a:headEnd/>
            <a:tailEnd/>
          </a:ln>
        </p:spPr>
      </p:pic>
    </p:spTree>
    <p:extLst>
      <p:ext uri="{BB962C8B-B14F-4D97-AF65-F5344CB8AC3E}">
        <p14:creationId xmlns:p14="http://schemas.microsoft.com/office/powerpoint/2010/main" val="1489411647"/>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EFA0931-5E6C-483F-9469-166E2E4FC3BE}"/>
              </a:ext>
            </a:extLst>
          </p:cNvPr>
          <p:cNvSpPr>
            <a:spLocks noGrp="1" noChangeArrowheads="1"/>
          </p:cNvSpPr>
          <p:nvPr>
            <p:ph type="title"/>
          </p:nvPr>
        </p:nvSpPr>
        <p:spPr/>
        <p:txBody>
          <a:bodyPr/>
          <a:lstStyle/>
          <a:p>
            <a:r>
              <a:rPr lang="en-US" altLang="zh-CN"/>
              <a:t>Use-Case Diagrams</a:t>
            </a:r>
          </a:p>
        </p:txBody>
      </p:sp>
      <p:sp>
        <p:nvSpPr>
          <p:cNvPr id="16387" name="Rectangle 3">
            <a:extLst>
              <a:ext uri="{FF2B5EF4-FFF2-40B4-BE49-F238E27FC236}">
                <a16:creationId xmlns:a16="http://schemas.microsoft.com/office/drawing/2014/main" id="{F6A5617B-BDC7-41A4-BDA0-FC112DF177BE}"/>
              </a:ext>
            </a:extLst>
          </p:cNvPr>
          <p:cNvSpPr>
            <a:spLocks noGrp="1" noChangeArrowheads="1"/>
          </p:cNvSpPr>
          <p:nvPr>
            <p:ph idx="1"/>
          </p:nvPr>
        </p:nvSpPr>
        <p:spPr bwMode="auto"/>
        <p:txBody>
          <a:bodyPr wrap="square" numCol="1" anchor="t" anchorCtr="0" compatLnSpc="1">
            <a:prstTxWarp prst="textNoShape">
              <a:avLst/>
            </a:prstTxWarp>
          </a:bodyPr>
          <a:lstStyle/>
          <a:p>
            <a:r>
              <a:rPr lang="en-US" altLang="zh-CN" sz="2400">
                <a:latin typeface="Arial" panose="020B0604020202020204" pitchFamily="34" charset="0"/>
              </a:rPr>
              <a:t>A use-case diagram is a set of use cases</a:t>
            </a:r>
          </a:p>
          <a:p>
            <a:r>
              <a:rPr lang="en-US" altLang="zh-CN" sz="2400">
                <a:latin typeface="Arial" panose="020B0604020202020204" pitchFamily="34" charset="0"/>
              </a:rPr>
              <a:t>A use case is a model of the interaction between</a:t>
            </a:r>
            <a:r>
              <a:rPr lang="en-US" altLang="zh-CN" sz="2000">
                <a:latin typeface="Arial" panose="020B0604020202020204" pitchFamily="34" charset="0"/>
              </a:rPr>
              <a:t> </a:t>
            </a:r>
          </a:p>
          <a:p>
            <a:pPr>
              <a:buFont typeface="Wingdings" panose="05000000000000000000" pitchFamily="2" charset="2"/>
              <a:buChar char="Ø"/>
            </a:pPr>
            <a:r>
              <a:rPr lang="en-US" altLang="zh-CN" sz="1600">
                <a:latin typeface="Arial" panose="020B0604020202020204" pitchFamily="34" charset="0"/>
              </a:rPr>
              <a:t>External users of a software product (actors) and </a:t>
            </a:r>
          </a:p>
          <a:p>
            <a:pPr>
              <a:buFont typeface="Wingdings" panose="05000000000000000000" pitchFamily="2" charset="2"/>
              <a:buChar char="Ø"/>
            </a:pPr>
            <a:r>
              <a:rPr lang="en-US" altLang="zh-CN" sz="1600">
                <a:latin typeface="Arial" panose="020B0604020202020204" pitchFamily="34" charset="0"/>
              </a:rPr>
              <a:t>The software product itself</a:t>
            </a:r>
          </a:p>
          <a:p>
            <a:pPr>
              <a:buFont typeface="Wingdings" panose="05000000000000000000" pitchFamily="2" charset="2"/>
              <a:buChar char="Ø"/>
            </a:pPr>
            <a:r>
              <a:rPr lang="en-US" altLang="zh-CN" sz="1600">
                <a:latin typeface="Arial" panose="020B0604020202020204" pitchFamily="34" charset="0"/>
              </a:rPr>
              <a:t>More precisely, an actor is a user playing a specific role</a:t>
            </a:r>
          </a:p>
          <a:p>
            <a:pPr>
              <a:buFont typeface="Wingdings" panose="05000000000000000000" pitchFamily="2" charset="2"/>
              <a:buChar char="Ø"/>
            </a:pPr>
            <a:endParaRPr lang="en-US" altLang="zh-CN" sz="1600">
              <a:latin typeface="Arial" panose="020B0604020202020204" pitchFamily="34" charset="0"/>
            </a:endParaRPr>
          </a:p>
          <a:p>
            <a:r>
              <a:rPr lang="en-US" altLang="zh-CN" sz="2400">
                <a:latin typeface="Arial" panose="020B0604020202020204" pitchFamily="34" charset="0"/>
              </a:rPr>
              <a:t>describing a set of user </a:t>
            </a:r>
            <a:r>
              <a:rPr lang="en-US" altLang="zh-CN" sz="2400" b="1">
                <a:solidFill>
                  <a:schemeClr val="folHlink"/>
                </a:solidFill>
                <a:latin typeface="Arial" panose="020B0604020202020204" pitchFamily="34" charset="0"/>
              </a:rPr>
              <a:t>scenarios</a:t>
            </a:r>
          </a:p>
          <a:p>
            <a:r>
              <a:rPr lang="en-US" altLang="zh-CN" sz="2400">
                <a:latin typeface="Arial" panose="020B0604020202020204" pitchFamily="34" charset="0"/>
              </a:rPr>
              <a:t>capturing user requirements</a:t>
            </a:r>
          </a:p>
          <a:p>
            <a:r>
              <a:rPr lang="en-US" altLang="zh-CN" sz="2400" b="1">
                <a:solidFill>
                  <a:schemeClr val="folHlink"/>
                </a:solidFill>
                <a:latin typeface="Arial" panose="020B0604020202020204" pitchFamily="34" charset="0"/>
              </a:rPr>
              <a:t>contract</a:t>
            </a:r>
            <a:r>
              <a:rPr lang="en-US" altLang="zh-CN" sz="2400">
                <a:latin typeface="Arial" panose="020B0604020202020204" pitchFamily="34" charset="0"/>
              </a:rPr>
              <a:t> between end user and software developers</a:t>
            </a:r>
          </a:p>
          <a:p>
            <a:endParaRPr lang="en-US" altLang="zh-CN" sz="2400">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425F667-5BB7-418E-9210-2C2B43EDCB0D}"/>
              </a:ext>
            </a:extLst>
          </p:cNvPr>
          <p:cNvSpPr>
            <a:spLocks noGrp="1" noChangeArrowheads="1"/>
          </p:cNvSpPr>
          <p:nvPr>
            <p:ph type="title"/>
          </p:nvPr>
        </p:nvSpPr>
        <p:spPr/>
        <p:txBody>
          <a:bodyPr/>
          <a:lstStyle/>
          <a:p>
            <a:r>
              <a:rPr lang="en-US" altLang="zh-CN"/>
              <a:t>Use-Case Diagrams</a:t>
            </a:r>
          </a:p>
        </p:txBody>
      </p:sp>
      <p:sp>
        <p:nvSpPr>
          <p:cNvPr id="18435" name="Rectangle 3">
            <a:extLst>
              <a:ext uri="{FF2B5EF4-FFF2-40B4-BE49-F238E27FC236}">
                <a16:creationId xmlns:a16="http://schemas.microsoft.com/office/drawing/2014/main" id="{5B41847B-DAE1-4152-9546-0336D5EF83A5}"/>
              </a:ext>
            </a:extLst>
          </p:cNvPr>
          <p:cNvSpPr>
            <a:spLocks noChangeArrowheads="1"/>
          </p:cNvSpPr>
          <p:nvPr/>
        </p:nvSpPr>
        <p:spPr bwMode="auto">
          <a:xfrm>
            <a:off x="4724400" y="2514601"/>
            <a:ext cx="2438400" cy="3846513"/>
          </a:xfrm>
          <a:prstGeom prst="rect">
            <a:avLst/>
          </a:prstGeom>
          <a:solidFill>
            <a:srgbClr val="FFFFFF"/>
          </a:solidFill>
          <a:ln w="9525">
            <a:solidFill>
              <a:srgbClr val="000000"/>
            </a:solidFill>
            <a:miter lim="800000"/>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18436" name="Rectangle 4">
            <a:extLst>
              <a:ext uri="{FF2B5EF4-FFF2-40B4-BE49-F238E27FC236}">
                <a16:creationId xmlns:a16="http://schemas.microsoft.com/office/drawing/2014/main" id="{93CE0781-DB19-4E94-BFC4-461EF837BF7C}"/>
              </a:ext>
            </a:extLst>
          </p:cNvPr>
          <p:cNvSpPr>
            <a:spLocks noChangeArrowheads="1"/>
          </p:cNvSpPr>
          <p:nvPr/>
        </p:nvSpPr>
        <p:spPr bwMode="auto">
          <a:xfrm>
            <a:off x="5486400" y="2743200"/>
            <a:ext cx="10668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zh-CN" sz="1000">
                <a:solidFill>
                  <a:srgbClr val="000000"/>
                </a:solidFill>
                <a:latin typeface="Arial" panose="020B0604020202020204" pitchFamily="34" charset="0"/>
              </a:rPr>
              <a:t>Library System</a:t>
            </a:r>
            <a:endParaRPr lang="en-US" altLang="zh-CN" sz="1000">
              <a:latin typeface="Arial" panose="020B0604020202020204" pitchFamily="34" charset="0"/>
            </a:endParaRPr>
          </a:p>
        </p:txBody>
      </p:sp>
      <p:sp>
        <p:nvSpPr>
          <p:cNvPr id="18437" name="Oval 5">
            <a:extLst>
              <a:ext uri="{FF2B5EF4-FFF2-40B4-BE49-F238E27FC236}">
                <a16:creationId xmlns:a16="http://schemas.microsoft.com/office/drawing/2014/main" id="{D113E159-2D2D-4EBF-9A9A-B6A1E35BE1FB}"/>
              </a:ext>
            </a:extLst>
          </p:cNvPr>
          <p:cNvSpPr>
            <a:spLocks noChangeArrowheads="1"/>
          </p:cNvSpPr>
          <p:nvPr/>
        </p:nvSpPr>
        <p:spPr bwMode="auto">
          <a:xfrm>
            <a:off x="5362576" y="3530600"/>
            <a:ext cx="923925" cy="431800"/>
          </a:xfrm>
          <a:prstGeom prst="ellipse">
            <a:avLst/>
          </a:prstGeom>
          <a:solidFill>
            <a:srgbClr val="FFFFFF"/>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18438" name="Rectangle 6">
            <a:extLst>
              <a:ext uri="{FF2B5EF4-FFF2-40B4-BE49-F238E27FC236}">
                <a16:creationId xmlns:a16="http://schemas.microsoft.com/office/drawing/2014/main" id="{5D457F66-0E43-4B11-9B9B-5FACA794B871}"/>
              </a:ext>
            </a:extLst>
          </p:cNvPr>
          <p:cNvSpPr>
            <a:spLocks noChangeArrowheads="1"/>
          </p:cNvSpPr>
          <p:nvPr/>
        </p:nvSpPr>
        <p:spPr bwMode="auto">
          <a:xfrm>
            <a:off x="5688013" y="3687763"/>
            <a:ext cx="40556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zh-CN" sz="1000">
                <a:solidFill>
                  <a:srgbClr val="000000"/>
                </a:solidFill>
                <a:latin typeface="Arial" panose="020B0604020202020204" pitchFamily="34" charset="0"/>
              </a:rPr>
              <a:t>Borrow</a:t>
            </a:r>
            <a:endParaRPr lang="en-US" altLang="zh-CN" sz="1000">
              <a:latin typeface="Times New Roman" panose="02020603050405020304" pitchFamily="18" charset="0"/>
            </a:endParaRPr>
          </a:p>
        </p:txBody>
      </p:sp>
      <p:sp>
        <p:nvSpPr>
          <p:cNvPr id="18439" name="Oval 7">
            <a:extLst>
              <a:ext uri="{FF2B5EF4-FFF2-40B4-BE49-F238E27FC236}">
                <a16:creationId xmlns:a16="http://schemas.microsoft.com/office/drawing/2014/main" id="{B49577EC-25B6-4B65-8D91-7C3B8FA9F116}"/>
              </a:ext>
            </a:extLst>
          </p:cNvPr>
          <p:cNvSpPr>
            <a:spLocks noChangeArrowheads="1"/>
          </p:cNvSpPr>
          <p:nvPr/>
        </p:nvSpPr>
        <p:spPr bwMode="auto">
          <a:xfrm>
            <a:off x="5362576" y="4137026"/>
            <a:ext cx="923925" cy="511175"/>
          </a:xfrm>
          <a:prstGeom prst="ellipse">
            <a:avLst/>
          </a:prstGeom>
          <a:solidFill>
            <a:srgbClr val="FFFFFF"/>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18440" name="Rectangle 8">
            <a:extLst>
              <a:ext uri="{FF2B5EF4-FFF2-40B4-BE49-F238E27FC236}">
                <a16:creationId xmlns:a16="http://schemas.microsoft.com/office/drawing/2014/main" id="{86B1BEDA-E65A-4DA8-B588-1FFFF087447E}"/>
              </a:ext>
            </a:extLst>
          </p:cNvPr>
          <p:cNvSpPr>
            <a:spLocks noChangeArrowheads="1"/>
          </p:cNvSpPr>
          <p:nvPr/>
        </p:nvSpPr>
        <p:spPr bwMode="auto">
          <a:xfrm>
            <a:off x="5486401" y="4373563"/>
            <a:ext cx="600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zh-CN" sz="1000">
                <a:solidFill>
                  <a:srgbClr val="000000"/>
                </a:solidFill>
                <a:latin typeface="Arial" panose="020B0604020202020204" pitchFamily="34" charset="0"/>
              </a:rPr>
              <a:t>Order Title</a:t>
            </a:r>
            <a:endParaRPr lang="en-US" altLang="zh-CN" sz="1000">
              <a:latin typeface="Times New Roman" panose="02020603050405020304" pitchFamily="18" charset="0"/>
            </a:endParaRPr>
          </a:p>
        </p:txBody>
      </p:sp>
      <p:sp>
        <p:nvSpPr>
          <p:cNvPr id="18441" name="Oval 9">
            <a:extLst>
              <a:ext uri="{FF2B5EF4-FFF2-40B4-BE49-F238E27FC236}">
                <a16:creationId xmlns:a16="http://schemas.microsoft.com/office/drawing/2014/main" id="{03D53D8D-2464-46D4-AAA1-014B2CA7A916}"/>
              </a:ext>
            </a:extLst>
          </p:cNvPr>
          <p:cNvSpPr>
            <a:spLocks noChangeArrowheads="1"/>
          </p:cNvSpPr>
          <p:nvPr/>
        </p:nvSpPr>
        <p:spPr bwMode="auto">
          <a:xfrm>
            <a:off x="5181600" y="4886326"/>
            <a:ext cx="1371600" cy="523875"/>
          </a:xfrm>
          <a:prstGeom prst="ellipse">
            <a:avLst/>
          </a:prstGeom>
          <a:solidFill>
            <a:srgbClr val="FFFFFF"/>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18442" name="Rectangle 10">
            <a:extLst>
              <a:ext uri="{FF2B5EF4-FFF2-40B4-BE49-F238E27FC236}">
                <a16:creationId xmlns:a16="http://schemas.microsoft.com/office/drawing/2014/main" id="{C4481DAC-8BFE-49E6-A48A-490A8179E9EB}"/>
              </a:ext>
            </a:extLst>
          </p:cNvPr>
          <p:cNvSpPr>
            <a:spLocks noChangeArrowheads="1"/>
          </p:cNvSpPr>
          <p:nvPr/>
        </p:nvSpPr>
        <p:spPr bwMode="auto">
          <a:xfrm>
            <a:off x="5495925" y="5059363"/>
            <a:ext cx="9207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zh-CN" sz="1000">
                <a:solidFill>
                  <a:srgbClr val="000000"/>
                </a:solidFill>
                <a:latin typeface="Arial" panose="020B0604020202020204" pitchFamily="34" charset="0"/>
              </a:rPr>
              <a:t>Fine Remittance</a:t>
            </a:r>
            <a:endParaRPr lang="en-US" altLang="zh-CN" sz="1000">
              <a:latin typeface="Times New Roman" panose="02020603050405020304" pitchFamily="18" charset="0"/>
            </a:endParaRPr>
          </a:p>
        </p:txBody>
      </p:sp>
      <p:sp>
        <p:nvSpPr>
          <p:cNvPr id="18443" name="Line 11">
            <a:extLst>
              <a:ext uri="{FF2B5EF4-FFF2-40B4-BE49-F238E27FC236}">
                <a16:creationId xmlns:a16="http://schemas.microsoft.com/office/drawing/2014/main" id="{B885836B-2639-4951-84A4-785FD91C4CF1}"/>
              </a:ext>
            </a:extLst>
          </p:cNvPr>
          <p:cNvSpPr>
            <a:spLocks noChangeShapeType="1"/>
          </p:cNvSpPr>
          <p:nvPr/>
        </p:nvSpPr>
        <p:spPr bwMode="auto">
          <a:xfrm>
            <a:off x="3878263" y="3513138"/>
            <a:ext cx="1484312" cy="1778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44" name="Line 12">
            <a:extLst>
              <a:ext uri="{FF2B5EF4-FFF2-40B4-BE49-F238E27FC236}">
                <a16:creationId xmlns:a16="http://schemas.microsoft.com/office/drawing/2014/main" id="{2EA66954-B8A1-430B-9AD3-CCE880BC03B9}"/>
              </a:ext>
            </a:extLst>
          </p:cNvPr>
          <p:cNvSpPr>
            <a:spLocks noChangeShapeType="1"/>
          </p:cNvSpPr>
          <p:nvPr/>
        </p:nvSpPr>
        <p:spPr bwMode="auto">
          <a:xfrm>
            <a:off x="3800476" y="3810001"/>
            <a:ext cx="1484313" cy="1247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45" name="Line 13">
            <a:extLst>
              <a:ext uri="{FF2B5EF4-FFF2-40B4-BE49-F238E27FC236}">
                <a16:creationId xmlns:a16="http://schemas.microsoft.com/office/drawing/2014/main" id="{728A76D0-3CA0-43CB-AC69-D2C18624072F}"/>
              </a:ext>
            </a:extLst>
          </p:cNvPr>
          <p:cNvSpPr>
            <a:spLocks noChangeShapeType="1"/>
          </p:cNvSpPr>
          <p:nvPr/>
        </p:nvSpPr>
        <p:spPr bwMode="auto">
          <a:xfrm flipH="1">
            <a:off x="6200776" y="3405188"/>
            <a:ext cx="1331913" cy="9636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46" name="Line 14">
            <a:extLst>
              <a:ext uri="{FF2B5EF4-FFF2-40B4-BE49-F238E27FC236}">
                <a16:creationId xmlns:a16="http://schemas.microsoft.com/office/drawing/2014/main" id="{95611514-E032-4644-8EB4-8CA0E6F2D52E}"/>
              </a:ext>
            </a:extLst>
          </p:cNvPr>
          <p:cNvSpPr>
            <a:spLocks noChangeShapeType="1"/>
          </p:cNvSpPr>
          <p:nvPr/>
        </p:nvSpPr>
        <p:spPr bwMode="auto">
          <a:xfrm flipH="1">
            <a:off x="6505576" y="3513138"/>
            <a:ext cx="989013" cy="1498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47" name="Line 15">
            <a:extLst>
              <a:ext uri="{FF2B5EF4-FFF2-40B4-BE49-F238E27FC236}">
                <a16:creationId xmlns:a16="http://schemas.microsoft.com/office/drawing/2014/main" id="{6668FBAC-BF75-4AB5-BDA1-5B2FE28726C8}"/>
              </a:ext>
            </a:extLst>
          </p:cNvPr>
          <p:cNvSpPr>
            <a:spLocks noChangeShapeType="1"/>
          </p:cNvSpPr>
          <p:nvPr/>
        </p:nvSpPr>
        <p:spPr bwMode="auto">
          <a:xfrm flipV="1">
            <a:off x="6315076" y="3298826"/>
            <a:ext cx="1217613" cy="3206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48" name="Line 16">
            <a:extLst>
              <a:ext uri="{FF2B5EF4-FFF2-40B4-BE49-F238E27FC236}">
                <a16:creationId xmlns:a16="http://schemas.microsoft.com/office/drawing/2014/main" id="{BCDAC039-15F4-456D-A05D-40E690C7307E}"/>
              </a:ext>
            </a:extLst>
          </p:cNvPr>
          <p:cNvSpPr>
            <a:spLocks noChangeShapeType="1"/>
          </p:cNvSpPr>
          <p:nvPr/>
        </p:nvSpPr>
        <p:spPr bwMode="auto">
          <a:xfrm>
            <a:off x="6238876" y="4405313"/>
            <a:ext cx="1370013" cy="3921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49" name="Line 17">
            <a:extLst>
              <a:ext uri="{FF2B5EF4-FFF2-40B4-BE49-F238E27FC236}">
                <a16:creationId xmlns:a16="http://schemas.microsoft.com/office/drawing/2014/main" id="{D20E35FF-EFA2-4A52-8FDE-78929A0987C4}"/>
              </a:ext>
            </a:extLst>
          </p:cNvPr>
          <p:cNvSpPr>
            <a:spLocks noChangeShapeType="1"/>
          </p:cNvSpPr>
          <p:nvPr/>
        </p:nvSpPr>
        <p:spPr bwMode="auto">
          <a:xfrm flipV="1">
            <a:off x="6505576" y="4868864"/>
            <a:ext cx="1027113" cy="3206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50" name="Line 18">
            <a:extLst>
              <a:ext uri="{FF2B5EF4-FFF2-40B4-BE49-F238E27FC236}">
                <a16:creationId xmlns:a16="http://schemas.microsoft.com/office/drawing/2014/main" id="{112A8B9F-3B3C-42D1-9347-9B1EEF31F946}"/>
              </a:ext>
            </a:extLst>
          </p:cNvPr>
          <p:cNvSpPr>
            <a:spLocks noChangeShapeType="1"/>
          </p:cNvSpPr>
          <p:nvPr/>
        </p:nvSpPr>
        <p:spPr bwMode="auto">
          <a:xfrm>
            <a:off x="3438525" y="3216276"/>
            <a:ext cx="1588" cy="3016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51" name="Line 19">
            <a:extLst>
              <a:ext uri="{FF2B5EF4-FFF2-40B4-BE49-F238E27FC236}">
                <a16:creationId xmlns:a16="http://schemas.microsoft.com/office/drawing/2014/main" id="{5C398E5A-E52C-48FF-BD6D-EA33CA2C9767}"/>
              </a:ext>
            </a:extLst>
          </p:cNvPr>
          <p:cNvSpPr>
            <a:spLocks noChangeShapeType="1"/>
          </p:cNvSpPr>
          <p:nvPr/>
        </p:nvSpPr>
        <p:spPr bwMode="auto">
          <a:xfrm>
            <a:off x="3330575" y="3308350"/>
            <a:ext cx="21590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52" name="Line 20">
            <a:extLst>
              <a:ext uri="{FF2B5EF4-FFF2-40B4-BE49-F238E27FC236}">
                <a16:creationId xmlns:a16="http://schemas.microsoft.com/office/drawing/2014/main" id="{B25E45E9-C68B-4622-8227-3BE2D8F64FC2}"/>
              </a:ext>
            </a:extLst>
          </p:cNvPr>
          <p:cNvSpPr>
            <a:spLocks noChangeShapeType="1"/>
          </p:cNvSpPr>
          <p:nvPr/>
        </p:nvSpPr>
        <p:spPr bwMode="auto">
          <a:xfrm flipH="1">
            <a:off x="3330575" y="3517900"/>
            <a:ext cx="107950" cy="2428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53" name="Line 21">
            <a:extLst>
              <a:ext uri="{FF2B5EF4-FFF2-40B4-BE49-F238E27FC236}">
                <a16:creationId xmlns:a16="http://schemas.microsoft.com/office/drawing/2014/main" id="{A162A8D3-92CD-4B3E-A8B8-05C9690AF4EF}"/>
              </a:ext>
            </a:extLst>
          </p:cNvPr>
          <p:cNvSpPr>
            <a:spLocks noChangeShapeType="1"/>
          </p:cNvSpPr>
          <p:nvPr/>
        </p:nvSpPr>
        <p:spPr bwMode="auto">
          <a:xfrm>
            <a:off x="3438525" y="3517900"/>
            <a:ext cx="107950" cy="2428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54" name="Oval 22">
            <a:extLst>
              <a:ext uri="{FF2B5EF4-FFF2-40B4-BE49-F238E27FC236}">
                <a16:creationId xmlns:a16="http://schemas.microsoft.com/office/drawing/2014/main" id="{ED276E9B-EED9-456E-9C72-CB14BEA357AD}"/>
              </a:ext>
            </a:extLst>
          </p:cNvPr>
          <p:cNvSpPr>
            <a:spLocks noChangeArrowheads="1"/>
          </p:cNvSpPr>
          <p:nvPr/>
        </p:nvSpPr>
        <p:spPr bwMode="auto">
          <a:xfrm>
            <a:off x="3379788" y="2895601"/>
            <a:ext cx="107950" cy="244475"/>
          </a:xfrm>
          <a:prstGeom prst="ellipse">
            <a:avLst/>
          </a:prstGeom>
          <a:solidFill>
            <a:srgbClr val="FFFFFF"/>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18455" name="Rectangle 23">
            <a:extLst>
              <a:ext uri="{FF2B5EF4-FFF2-40B4-BE49-F238E27FC236}">
                <a16:creationId xmlns:a16="http://schemas.microsoft.com/office/drawing/2014/main" id="{4B14D4BC-8B23-4D1D-858F-34991E98DD06}"/>
              </a:ext>
            </a:extLst>
          </p:cNvPr>
          <p:cNvSpPr>
            <a:spLocks noChangeArrowheads="1"/>
          </p:cNvSpPr>
          <p:nvPr/>
        </p:nvSpPr>
        <p:spPr bwMode="auto">
          <a:xfrm>
            <a:off x="3300414" y="3870326"/>
            <a:ext cx="358775"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zh-CN" sz="1100">
                <a:solidFill>
                  <a:srgbClr val="000000"/>
                </a:solidFill>
                <a:latin typeface="Arial" panose="020B0604020202020204" pitchFamily="34" charset="0"/>
              </a:rPr>
              <a:t>Client</a:t>
            </a:r>
            <a:endParaRPr lang="en-US" altLang="zh-CN" sz="2400">
              <a:latin typeface="Times New Roman" panose="02020603050405020304" pitchFamily="18" charset="0"/>
            </a:endParaRPr>
          </a:p>
        </p:txBody>
      </p:sp>
      <p:sp>
        <p:nvSpPr>
          <p:cNvPr id="18456" name="Line 24">
            <a:extLst>
              <a:ext uri="{FF2B5EF4-FFF2-40B4-BE49-F238E27FC236}">
                <a16:creationId xmlns:a16="http://schemas.microsoft.com/office/drawing/2014/main" id="{4B4F315E-AB72-40E1-9B6B-BB29CEDD9161}"/>
              </a:ext>
            </a:extLst>
          </p:cNvPr>
          <p:cNvSpPr>
            <a:spLocks noChangeShapeType="1"/>
          </p:cNvSpPr>
          <p:nvPr/>
        </p:nvSpPr>
        <p:spPr bwMode="auto">
          <a:xfrm>
            <a:off x="7915275" y="3051176"/>
            <a:ext cx="1588" cy="3016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57" name="Line 25">
            <a:extLst>
              <a:ext uri="{FF2B5EF4-FFF2-40B4-BE49-F238E27FC236}">
                <a16:creationId xmlns:a16="http://schemas.microsoft.com/office/drawing/2014/main" id="{679F841B-1555-4E04-83AC-E62EEE99306B}"/>
              </a:ext>
            </a:extLst>
          </p:cNvPr>
          <p:cNvSpPr>
            <a:spLocks noChangeShapeType="1"/>
          </p:cNvSpPr>
          <p:nvPr/>
        </p:nvSpPr>
        <p:spPr bwMode="auto">
          <a:xfrm>
            <a:off x="7807325" y="3143250"/>
            <a:ext cx="21590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58" name="Line 26">
            <a:extLst>
              <a:ext uri="{FF2B5EF4-FFF2-40B4-BE49-F238E27FC236}">
                <a16:creationId xmlns:a16="http://schemas.microsoft.com/office/drawing/2014/main" id="{124BA45E-2DE4-4E77-A9BA-CCC300DB0486}"/>
              </a:ext>
            </a:extLst>
          </p:cNvPr>
          <p:cNvSpPr>
            <a:spLocks noChangeShapeType="1"/>
          </p:cNvSpPr>
          <p:nvPr/>
        </p:nvSpPr>
        <p:spPr bwMode="auto">
          <a:xfrm flipH="1">
            <a:off x="7807325" y="3352800"/>
            <a:ext cx="107950" cy="2428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59" name="Line 27">
            <a:extLst>
              <a:ext uri="{FF2B5EF4-FFF2-40B4-BE49-F238E27FC236}">
                <a16:creationId xmlns:a16="http://schemas.microsoft.com/office/drawing/2014/main" id="{DBCDE40D-8F32-4B35-983A-A5940153A551}"/>
              </a:ext>
            </a:extLst>
          </p:cNvPr>
          <p:cNvSpPr>
            <a:spLocks noChangeShapeType="1"/>
          </p:cNvSpPr>
          <p:nvPr/>
        </p:nvSpPr>
        <p:spPr bwMode="auto">
          <a:xfrm>
            <a:off x="7915275" y="3352800"/>
            <a:ext cx="107950" cy="2428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60" name="Oval 28">
            <a:extLst>
              <a:ext uri="{FF2B5EF4-FFF2-40B4-BE49-F238E27FC236}">
                <a16:creationId xmlns:a16="http://schemas.microsoft.com/office/drawing/2014/main" id="{CE42CB5B-04EF-4B5D-837F-F07489F79111}"/>
              </a:ext>
            </a:extLst>
          </p:cNvPr>
          <p:cNvSpPr>
            <a:spLocks noChangeArrowheads="1"/>
          </p:cNvSpPr>
          <p:nvPr/>
        </p:nvSpPr>
        <p:spPr bwMode="auto">
          <a:xfrm>
            <a:off x="7856539" y="2727326"/>
            <a:ext cx="134937" cy="244475"/>
          </a:xfrm>
          <a:prstGeom prst="ellipse">
            <a:avLst/>
          </a:prstGeom>
          <a:solidFill>
            <a:srgbClr val="FFFFFF"/>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18461" name="Rectangle 29">
            <a:extLst>
              <a:ext uri="{FF2B5EF4-FFF2-40B4-BE49-F238E27FC236}">
                <a16:creationId xmlns:a16="http://schemas.microsoft.com/office/drawing/2014/main" id="{57773E29-EB53-4B44-A7E9-29B59FE8ABAF}"/>
              </a:ext>
            </a:extLst>
          </p:cNvPr>
          <p:cNvSpPr>
            <a:spLocks noChangeArrowheads="1"/>
          </p:cNvSpPr>
          <p:nvPr/>
        </p:nvSpPr>
        <p:spPr bwMode="auto">
          <a:xfrm>
            <a:off x="7673975" y="3705226"/>
            <a:ext cx="6223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zh-CN" sz="1100">
                <a:solidFill>
                  <a:srgbClr val="000000"/>
                </a:solidFill>
                <a:latin typeface="Arial" panose="020B0604020202020204" pitchFamily="34" charset="0"/>
              </a:rPr>
              <a:t>Employee</a:t>
            </a:r>
            <a:endParaRPr lang="en-US" altLang="zh-CN" sz="2400">
              <a:latin typeface="Times New Roman" panose="02020603050405020304" pitchFamily="18" charset="0"/>
            </a:endParaRPr>
          </a:p>
        </p:txBody>
      </p:sp>
      <p:sp>
        <p:nvSpPr>
          <p:cNvPr id="18462" name="Line 30">
            <a:extLst>
              <a:ext uri="{FF2B5EF4-FFF2-40B4-BE49-F238E27FC236}">
                <a16:creationId xmlns:a16="http://schemas.microsoft.com/office/drawing/2014/main" id="{517366ED-AD52-47E0-9B58-3DB566FB807C}"/>
              </a:ext>
            </a:extLst>
          </p:cNvPr>
          <p:cNvSpPr>
            <a:spLocks noChangeShapeType="1"/>
          </p:cNvSpPr>
          <p:nvPr/>
        </p:nvSpPr>
        <p:spPr bwMode="auto">
          <a:xfrm>
            <a:off x="7915275" y="4803776"/>
            <a:ext cx="1588" cy="3016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63" name="Line 31">
            <a:extLst>
              <a:ext uri="{FF2B5EF4-FFF2-40B4-BE49-F238E27FC236}">
                <a16:creationId xmlns:a16="http://schemas.microsoft.com/office/drawing/2014/main" id="{B47BFCAF-6DD3-4D67-97DB-58F7EC03DB8A}"/>
              </a:ext>
            </a:extLst>
          </p:cNvPr>
          <p:cNvSpPr>
            <a:spLocks noChangeShapeType="1"/>
          </p:cNvSpPr>
          <p:nvPr/>
        </p:nvSpPr>
        <p:spPr bwMode="auto">
          <a:xfrm>
            <a:off x="7807325" y="4895850"/>
            <a:ext cx="21590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64" name="Line 32">
            <a:extLst>
              <a:ext uri="{FF2B5EF4-FFF2-40B4-BE49-F238E27FC236}">
                <a16:creationId xmlns:a16="http://schemas.microsoft.com/office/drawing/2014/main" id="{26D988C5-BABD-4A33-8018-5129E123557B}"/>
              </a:ext>
            </a:extLst>
          </p:cNvPr>
          <p:cNvSpPr>
            <a:spLocks noChangeShapeType="1"/>
          </p:cNvSpPr>
          <p:nvPr/>
        </p:nvSpPr>
        <p:spPr bwMode="auto">
          <a:xfrm flipH="1">
            <a:off x="7807325" y="5105400"/>
            <a:ext cx="107950" cy="2428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65" name="Line 33">
            <a:extLst>
              <a:ext uri="{FF2B5EF4-FFF2-40B4-BE49-F238E27FC236}">
                <a16:creationId xmlns:a16="http://schemas.microsoft.com/office/drawing/2014/main" id="{88193A34-1FF7-4852-9E99-7C55A2AD36B2}"/>
              </a:ext>
            </a:extLst>
          </p:cNvPr>
          <p:cNvSpPr>
            <a:spLocks noChangeShapeType="1"/>
          </p:cNvSpPr>
          <p:nvPr/>
        </p:nvSpPr>
        <p:spPr bwMode="auto">
          <a:xfrm>
            <a:off x="7915275" y="5105400"/>
            <a:ext cx="107950" cy="2428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PK"/>
          </a:p>
        </p:txBody>
      </p:sp>
      <p:sp>
        <p:nvSpPr>
          <p:cNvPr id="18466" name="Oval 34">
            <a:extLst>
              <a:ext uri="{FF2B5EF4-FFF2-40B4-BE49-F238E27FC236}">
                <a16:creationId xmlns:a16="http://schemas.microsoft.com/office/drawing/2014/main" id="{D7F4756D-FEB9-4690-8EA8-E7DD20054E21}"/>
              </a:ext>
            </a:extLst>
          </p:cNvPr>
          <p:cNvSpPr>
            <a:spLocks noChangeArrowheads="1"/>
          </p:cNvSpPr>
          <p:nvPr/>
        </p:nvSpPr>
        <p:spPr bwMode="auto">
          <a:xfrm>
            <a:off x="7839075" y="4483100"/>
            <a:ext cx="152400" cy="241300"/>
          </a:xfrm>
          <a:prstGeom prst="ellipse">
            <a:avLst/>
          </a:prstGeom>
          <a:solidFill>
            <a:srgbClr val="FFFFFF"/>
          </a:solidFill>
          <a:ln w="9525">
            <a:solidFill>
              <a:srgbClr val="000000"/>
            </a:solidFill>
            <a:round/>
            <a:headEnd/>
            <a:tailEnd/>
          </a:ln>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p>
        </p:txBody>
      </p:sp>
      <p:sp>
        <p:nvSpPr>
          <p:cNvPr id="18467" name="Rectangle 35">
            <a:extLst>
              <a:ext uri="{FF2B5EF4-FFF2-40B4-BE49-F238E27FC236}">
                <a16:creationId xmlns:a16="http://schemas.microsoft.com/office/drawing/2014/main" id="{F7D1FC07-6C71-464F-BE84-A3F00139979F}"/>
              </a:ext>
            </a:extLst>
          </p:cNvPr>
          <p:cNvSpPr>
            <a:spLocks noChangeArrowheads="1"/>
          </p:cNvSpPr>
          <p:nvPr/>
        </p:nvSpPr>
        <p:spPr bwMode="auto">
          <a:xfrm>
            <a:off x="7627939" y="5457826"/>
            <a:ext cx="674865"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zh-CN" sz="1100">
                <a:solidFill>
                  <a:srgbClr val="000000"/>
                </a:solidFill>
                <a:latin typeface="Arial" panose="020B0604020202020204" pitchFamily="34" charset="0"/>
              </a:rPr>
              <a:t>Supervisor</a:t>
            </a:r>
            <a:endParaRPr lang="en-US" altLang="zh-CN" sz="2400">
              <a:latin typeface="Times New Roman" panose="02020603050405020304" pitchFamily="18" charset="0"/>
            </a:endParaRPr>
          </a:p>
        </p:txBody>
      </p:sp>
      <p:sp>
        <p:nvSpPr>
          <p:cNvPr id="18468" name="Rectangle 36">
            <a:extLst>
              <a:ext uri="{FF2B5EF4-FFF2-40B4-BE49-F238E27FC236}">
                <a16:creationId xmlns:a16="http://schemas.microsoft.com/office/drawing/2014/main" id="{0E3F7051-895E-4E9E-A9B8-283671549096}"/>
              </a:ext>
            </a:extLst>
          </p:cNvPr>
          <p:cNvSpPr>
            <a:spLocks noChangeArrowheads="1"/>
          </p:cNvSpPr>
          <p:nvPr/>
        </p:nvSpPr>
        <p:spPr bwMode="auto">
          <a:xfrm>
            <a:off x="3429001" y="2219325"/>
            <a:ext cx="1052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zh-CN" sz="1600" i="1">
                <a:solidFill>
                  <a:srgbClr val="FF66CC"/>
                </a:solidFill>
                <a:latin typeface="Arial" panose="020B0604020202020204" pitchFamily="34" charset="0"/>
              </a:rPr>
              <a:t>Boundary</a:t>
            </a:r>
          </a:p>
        </p:txBody>
      </p:sp>
      <p:sp>
        <p:nvSpPr>
          <p:cNvPr id="18469" name="Line 37">
            <a:extLst>
              <a:ext uri="{FF2B5EF4-FFF2-40B4-BE49-F238E27FC236}">
                <a16:creationId xmlns:a16="http://schemas.microsoft.com/office/drawing/2014/main" id="{8FE2AF9F-AACB-47DC-B7C9-12EE42B0A412}"/>
              </a:ext>
            </a:extLst>
          </p:cNvPr>
          <p:cNvSpPr>
            <a:spLocks noChangeShapeType="1"/>
          </p:cNvSpPr>
          <p:nvPr/>
        </p:nvSpPr>
        <p:spPr bwMode="auto">
          <a:xfrm>
            <a:off x="4419600" y="2524125"/>
            <a:ext cx="228600" cy="76200"/>
          </a:xfrm>
          <a:prstGeom prst="line">
            <a:avLst/>
          </a:prstGeom>
          <a:noFill/>
          <a:ln w="9525">
            <a:solidFill>
              <a:srgbClr val="FF66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18470" name="Rectangle 38">
            <a:extLst>
              <a:ext uri="{FF2B5EF4-FFF2-40B4-BE49-F238E27FC236}">
                <a16:creationId xmlns:a16="http://schemas.microsoft.com/office/drawing/2014/main" id="{F38B05E5-5A44-49E3-A10F-7E47953D933A}"/>
              </a:ext>
            </a:extLst>
          </p:cNvPr>
          <p:cNvSpPr>
            <a:spLocks noChangeArrowheads="1"/>
          </p:cNvSpPr>
          <p:nvPr/>
        </p:nvSpPr>
        <p:spPr bwMode="auto">
          <a:xfrm>
            <a:off x="2362200" y="2524125"/>
            <a:ext cx="990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zh-CN" sz="1600" i="1">
                <a:solidFill>
                  <a:srgbClr val="FF66CC"/>
                </a:solidFill>
                <a:latin typeface="Arial" panose="020B0604020202020204" pitchFamily="34" charset="0"/>
              </a:rPr>
              <a:t>Actor</a:t>
            </a:r>
          </a:p>
        </p:txBody>
      </p:sp>
      <p:sp>
        <p:nvSpPr>
          <p:cNvPr id="18471" name="Line 39">
            <a:extLst>
              <a:ext uri="{FF2B5EF4-FFF2-40B4-BE49-F238E27FC236}">
                <a16:creationId xmlns:a16="http://schemas.microsoft.com/office/drawing/2014/main" id="{8B29AA93-FBA8-4DC4-9C66-8E539204A2B7}"/>
              </a:ext>
            </a:extLst>
          </p:cNvPr>
          <p:cNvSpPr>
            <a:spLocks noChangeShapeType="1"/>
          </p:cNvSpPr>
          <p:nvPr/>
        </p:nvSpPr>
        <p:spPr bwMode="auto">
          <a:xfrm>
            <a:off x="2895600" y="2828925"/>
            <a:ext cx="304800" cy="152400"/>
          </a:xfrm>
          <a:prstGeom prst="line">
            <a:avLst/>
          </a:prstGeom>
          <a:noFill/>
          <a:ln w="9525">
            <a:solidFill>
              <a:srgbClr val="FF66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18472" name="Line 40">
            <a:extLst>
              <a:ext uri="{FF2B5EF4-FFF2-40B4-BE49-F238E27FC236}">
                <a16:creationId xmlns:a16="http://schemas.microsoft.com/office/drawing/2014/main" id="{B6DEEB9A-E3C6-46B8-B66E-251248A6B984}"/>
              </a:ext>
            </a:extLst>
          </p:cNvPr>
          <p:cNvSpPr>
            <a:spLocks noChangeShapeType="1"/>
          </p:cNvSpPr>
          <p:nvPr/>
        </p:nvSpPr>
        <p:spPr bwMode="auto">
          <a:xfrm flipH="1">
            <a:off x="6096000" y="2447925"/>
            <a:ext cx="2133600" cy="1066800"/>
          </a:xfrm>
          <a:prstGeom prst="line">
            <a:avLst/>
          </a:prstGeom>
          <a:noFill/>
          <a:ln w="9525">
            <a:solidFill>
              <a:srgbClr val="FF66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18473" name="Rectangle 41">
            <a:extLst>
              <a:ext uri="{FF2B5EF4-FFF2-40B4-BE49-F238E27FC236}">
                <a16:creationId xmlns:a16="http://schemas.microsoft.com/office/drawing/2014/main" id="{ED6C25D4-B4C0-4574-AA1E-20DBF8BA17AE}"/>
              </a:ext>
            </a:extLst>
          </p:cNvPr>
          <p:cNvSpPr>
            <a:spLocks noChangeArrowheads="1"/>
          </p:cNvSpPr>
          <p:nvPr/>
        </p:nvSpPr>
        <p:spPr bwMode="auto">
          <a:xfrm>
            <a:off x="8305800" y="2057401"/>
            <a:ext cx="1371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br>
              <a:rPr lang="zh-CN" altLang="en-US" sz="1600" i="1">
                <a:solidFill>
                  <a:srgbClr val="FF66CC"/>
                </a:solidFill>
                <a:latin typeface="Arial" panose="020B0604020202020204" pitchFamily="34" charset="0"/>
              </a:rPr>
            </a:br>
            <a:r>
              <a:rPr lang="en-US" altLang="zh-CN" sz="1600" i="1">
                <a:solidFill>
                  <a:srgbClr val="FF66CC"/>
                </a:solidFill>
                <a:latin typeface="Arial" panose="020B0604020202020204" pitchFamily="34" charset="0"/>
              </a:rPr>
              <a:t>Use Case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3">
            <a:extLst>
              <a:ext uri="{FF2B5EF4-FFF2-40B4-BE49-F238E27FC236}">
                <a16:creationId xmlns:a16="http://schemas.microsoft.com/office/drawing/2014/main" id="{8D3884A7-8CD6-4741-8275-C91A9E04EBCA}"/>
              </a:ext>
            </a:extLst>
          </p:cNvPr>
          <p:cNvSpPr txBox="1">
            <a:spLocks noChangeArrowheads="1"/>
          </p:cNvSpPr>
          <p:nvPr/>
        </p:nvSpPr>
        <p:spPr bwMode="auto">
          <a:xfrm>
            <a:off x="1981200" y="609600"/>
            <a:ext cx="8077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50000"/>
              </a:spcBef>
            </a:pPr>
            <a:r>
              <a:rPr lang="zh-CN" altLang="en-US" sz="2400" b="1">
                <a:latin typeface="Arial" panose="020B0604020202020204" pitchFamily="34" charset="0"/>
                <a:cs typeface="Arial" panose="020B0604020202020204" pitchFamily="34" charset="0"/>
              </a:rPr>
              <a:t>      </a:t>
            </a:r>
          </a:p>
          <a:p>
            <a:pPr algn="ctr" eaLnBrk="1" hangingPunct="1">
              <a:spcBef>
                <a:spcPct val="50000"/>
              </a:spcBef>
            </a:pPr>
            <a:endParaRPr lang="zh-CN" altLang="en-US" sz="2400" b="1">
              <a:latin typeface="Arial" panose="020B0604020202020204" pitchFamily="34" charset="0"/>
              <a:cs typeface="Arial" panose="020B0604020202020204" pitchFamily="34" charset="0"/>
            </a:endParaRPr>
          </a:p>
          <a:p>
            <a:pPr algn="ctr" eaLnBrk="1" hangingPunct="1">
              <a:spcBef>
                <a:spcPct val="50000"/>
              </a:spcBef>
            </a:pPr>
            <a:endParaRPr lang="zh-CN" altLang="en-US" sz="2400" b="1">
              <a:latin typeface="Arial" panose="020B0604020202020204" pitchFamily="34" charset="0"/>
              <a:cs typeface="Arial" panose="020B0604020202020204" pitchFamily="34" charset="0"/>
            </a:endParaRPr>
          </a:p>
        </p:txBody>
      </p:sp>
      <p:sp>
        <p:nvSpPr>
          <p:cNvPr id="18440" name="Rectangle 8">
            <a:extLst>
              <a:ext uri="{FF2B5EF4-FFF2-40B4-BE49-F238E27FC236}">
                <a16:creationId xmlns:a16="http://schemas.microsoft.com/office/drawing/2014/main" id="{5A1B9935-DBCB-471C-AAE4-0C22A018D29A}"/>
              </a:ext>
            </a:extLst>
          </p:cNvPr>
          <p:cNvSpPr>
            <a:spLocks noGrp="1" noChangeArrowheads="1"/>
          </p:cNvSpPr>
          <p:nvPr>
            <p:ph type="body" sz="half" idx="1"/>
          </p:nvPr>
        </p:nvSpPr>
        <p:spPr>
          <a:xfrm>
            <a:off x="2286000" y="2017714"/>
            <a:ext cx="7772400" cy="2401887"/>
          </a:xfrm>
        </p:spPr>
        <p:txBody>
          <a:bodyPr>
            <a:normAutofit fontScale="92500" lnSpcReduction="20000"/>
          </a:bodyPr>
          <a:lstStyle/>
          <a:p>
            <a:pPr>
              <a:spcAft>
                <a:spcPts val="0"/>
              </a:spcAft>
              <a:defRPr/>
            </a:pPr>
            <a:r>
              <a:rPr lang="en-US" altLang="zh-CN" sz="1800" b="1" u="sng">
                <a:latin typeface="Arial" panose="020B0604020202020204" pitchFamily="34" charset="0"/>
              </a:rPr>
              <a:t>Actors:</a:t>
            </a:r>
            <a:r>
              <a:rPr lang="en-US" altLang="zh-CN" sz="1800">
                <a:latin typeface="Arial" panose="020B0604020202020204" pitchFamily="34" charset="0"/>
              </a:rPr>
              <a:t>  </a:t>
            </a:r>
            <a:r>
              <a:rPr lang="en-US" altLang="zh-CN" sz="1600">
                <a:latin typeface="Arial" panose="020B0604020202020204" pitchFamily="34" charset="0"/>
              </a:rPr>
              <a:t>A role that a user plays with respect to the system, including human users and other systems. e.g., inanimate physical objects (e.g. robot); an external system that needs some information from the current system.</a:t>
            </a:r>
          </a:p>
          <a:p>
            <a:pPr>
              <a:spcAft>
                <a:spcPts val="0"/>
              </a:spcAft>
              <a:defRPr/>
            </a:pPr>
            <a:endParaRPr lang="en-US" altLang="zh-CN" sz="1800">
              <a:latin typeface="Arial" panose="020B0604020202020204" pitchFamily="34" charset="0"/>
            </a:endParaRPr>
          </a:p>
          <a:p>
            <a:pPr>
              <a:spcAft>
                <a:spcPts val="0"/>
              </a:spcAft>
              <a:defRPr/>
            </a:pPr>
            <a:r>
              <a:rPr lang="en-US" altLang="zh-CN" sz="1800" b="1" u="sng">
                <a:latin typeface="Arial" panose="020B0604020202020204" pitchFamily="34" charset="0"/>
              </a:rPr>
              <a:t>Use case:</a:t>
            </a:r>
            <a:r>
              <a:rPr lang="en-US" altLang="zh-CN" sz="1800">
                <a:latin typeface="Arial" panose="020B0604020202020204" pitchFamily="34" charset="0"/>
              </a:rPr>
              <a:t> </a:t>
            </a:r>
            <a:r>
              <a:rPr lang="en-US" altLang="zh-CN" sz="1600">
                <a:latin typeface="Arial" panose="020B0604020202020204" pitchFamily="34" charset="0"/>
              </a:rPr>
              <a:t>A set of scenarios that describing an interaction  between a user and a system, including alternatives.</a:t>
            </a:r>
            <a:r>
              <a:rPr lang="en-US" altLang="zh-CN" sz="1800">
                <a:latin typeface="Arial" panose="020B0604020202020204" pitchFamily="34" charset="0"/>
              </a:rPr>
              <a:t> </a:t>
            </a:r>
          </a:p>
          <a:p>
            <a:pPr>
              <a:spcAft>
                <a:spcPts val="0"/>
              </a:spcAft>
              <a:defRPr/>
            </a:pPr>
            <a:endParaRPr lang="en-US" altLang="zh-CN" sz="1800">
              <a:latin typeface="Arial" panose="020B0604020202020204" pitchFamily="34" charset="0"/>
            </a:endParaRPr>
          </a:p>
          <a:p>
            <a:pPr>
              <a:spcAft>
                <a:spcPts val="0"/>
              </a:spcAft>
              <a:defRPr/>
            </a:pPr>
            <a:r>
              <a:rPr lang="en-US" altLang="zh-CN" sz="1800" b="1" u="sng">
                <a:latin typeface="Arial" panose="020B0604020202020204" pitchFamily="34" charset="0"/>
              </a:rPr>
              <a:t>System boundary</a:t>
            </a:r>
            <a:r>
              <a:rPr lang="en-US" altLang="zh-CN" sz="1800">
                <a:latin typeface="Arial" panose="020B0604020202020204" pitchFamily="34" charset="0"/>
              </a:rPr>
              <a:t>: </a:t>
            </a:r>
            <a:r>
              <a:rPr lang="en-US" altLang="zh-CN" sz="1600">
                <a:latin typeface="Arial" panose="020B0604020202020204" pitchFamily="34" charset="0"/>
              </a:rPr>
              <a:t>rectangle diagram representing the boundary between the actors and the system.</a:t>
            </a:r>
          </a:p>
          <a:p>
            <a:pPr>
              <a:spcAft>
                <a:spcPts val="0"/>
              </a:spcAft>
              <a:defRPr/>
            </a:pPr>
            <a:endParaRPr lang="en-US" altLang="zh-CN" sz="2000"/>
          </a:p>
        </p:txBody>
      </p:sp>
      <p:pic>
        <p:nvPicPr>
          <p:cNvPr id="20484" name="Picture 13" descr="actor">
            <a:extLst>
              <a:ext uri="{FF2B5EF4-FFF2-40B4-BE49-F238E27FC236}">
                <a16:creationId xmlns:a16="http://schemas.microsoft.com/office/drawing/2014/main" id="{A6CD6F5B-312E-464E-8886-84945919FA2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810000" y="4724400"/>
            <a:ext cx="3810000" cy="1371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485" name="Rectangle 2">
            <a:extLst>
              <a:ext uri="{FF2B5EF4-FFF2-40B4-BE49-F238E27FC236}">
                <a16:creationId xmlns:a16="http://schemas.microsoft.com/office/drawing/2014/main" id="{CB6E9600-568C-448F-83D2-4D283D4D68F0}"/>
              </a:ext>
            </a:extLst>
          </p:cNvPr>
          <p:cNvSpPr>
            <a:spLocks noGrp="1" noChangeArrowheads="1"/>
          </p:cNvSpPr>
          <p:nvPr>
            <p:ph type="title"/>
          </p:nvPr>
        </p:nvSpPr>
        <p:spPr>
          <a:xfrm>
            <a:off x="2152650" y="365126"/>
            <a:ext cx="7886700" cy="1325563"/>
          </a:xfrm>
        </p:spPr>
        <p:txBody>
          <a:bodyPr/>
          <a:lstStyle/>
          <a:p>
            <a:r>
              <a:rPr lang="en-US" altLang="zh-CN"/>
              <a:t>Use-Case Diagrams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7BB8F1C7-134C-4234-9A13-0F32964A0FBF}"/>
              </a:ext>
            </a:extLst>
          </p:cNvPr>
          <p:cNvSpPr>
            <a:spLocks noGrp="1" noChangeArrowheads="1"/>
          </p:cNvSpPr>
          <p:nvPr>
            <p:ph type="title"/>
          </p:nvPr>
        </p:nvSpPr>
        <p:spPr/>
        <p:txBody>
          <a:bodyPr/>
          <a:lstStyle/>
          <a:p>
            <a:r>
              <a:rPr lang="en-US" altLang="zh-CN"/>
              <a:t>Use-Case Diagrams</a:t>
            </a:r>
          </a:p>
        </p:txBody>
      </p:sp>
      <p:sp>
        <p:nvSpPr>
          <p:cNvPr id="22531" name="Rectangle 3">
            <a:extLst>
              <a:ext uri="{FF2B5EF4-FFF2-40B4-BE49-F238E27FC236}">
                <a16:creationId xmlns:a16="http://schemas.microsoft.com/office/drawing/2014/main" id="{E003ABC4-2615-4D31-A6B4-361EA4F5BB6C}"/>
              </a:ext>
            </a:extLst>
          </p:cNvPr>
          <p:cNvSpPr>
            <a:spLocks noGrp="1" noChangeArrowheads="1"/>
          </p:cNvSpPr>
          <p:nvPr>
            <p:ph idx="1"/>
          </p:nvPr>
        </p:nvSpPr>
        <p:spPr bwMode="auto"/>
        <p:txBody>
          <a:bodyPr wrap="square" numCol="1" anchor="t" anchorCtr="0" compatLnSpc="1">
            <a:prstTxWarp prst="textNoShape">
              <a:avLst/>
            </a:prstTxWarp>
          </a:bodyPr>
          <a:lstStyle/>
          <a:p>
            <a:pPr>
              <a:lnSpc>
                <a:spcPct val="80000"/>
              </a:lnSpc>
            </a:pPr>
            <a:r>
              <a:rPr lang="en-US" altLang="zh-CN" sz="1800" u="sng">
                <a:latin typeface="Arial" panose="020B0604020202020204" pitchFamily="34" charset="0"/>
              </a:rPr>
              <a:t>Association:</a:t>
            </a:r>
            <a:r>
              <a:rPr lang="en-US" altLang="zh-CN" sz="1800">
                <a:latin typeface="Arial" panose="020B0604020202020204" pitchFamily="34" charset="0"/>
              </a:rPr>
              <a:t>  </a:t>
            </a:r>
          </a:p>
          <a:p>
            <a:pPr>
              <a:lnSpc>
                <a:spcPct val="80000"/>
              </a:lnSpc>
              <a:buFont typeface="Wingdings" panose="05000000000000000000" pitchFamily="2" charset="2"/>
              <a:buNone/>
            </a:pPr>
            <a:r>
              <a:rPr lang="en-US" altLang="zh-CN" sz="1600">
                <a:latin typeface="Arial" panose="020B0604020202020204" pitchFamily="34" charset="0"/>
              </a:rPr>
              <a:t>  communication between an actor and a use case; Represented by a solid line.</a:t>
            </a:r>
            <a:r>
              <a:rPr lang="en-US" altLang="zh-CN" sz="1800">
                <a:latin typeface="Arial" panose="020B0604020202020204" pitchFamily="34" charset="0"/>
              </a:rPr>
              <a:t>  </a:t>
            </a:r>
          </a:p>
          <a:p>
            <a:pPr>
              <a:lnSpc>
                <a:spcPct val="80000"/>
              </a:lnSpc>
            </a:pPr>
            <a:endParaRPr lang="en-US" altLang="zh-CN" sz="1800">
              <a:latin typeface="Arial" panose="020B0604020202020204" pitchFamily="34" charset="0"/>
            </a:endParaRPr>
          </a:p>
          <a:p>
            <a:pPr>
              <a:lnSpc>
                <a:spcPct val="80000"/>
              </a:lnSpc>
            </a:pPr>
            <a:endParaRPr lang="en-US" altLang="zh-CN" sz="1800" u="sng">
              <a:latin typeface="Arial" panose="020B0604020202020204" pitchFamily="34" charset="0"/>
            </a:endParaRPr>
          </a:p>
          <a:p>
            <a:pPr>
              <a:lnSpc>
                <a:spcPct val="80000"/>
              </a:lnSpc>
            </a:pPr>
            <a:endParaRPr lang="en-US" altLang="zh-CN" sz="1800" u="sng">
              <a:latin typeface="Arial" panose="020B0604020202020204" pitchFamily="34" charset="0"/>
            </a:endParaRPr>
          </a:p>
          <a:p>
            <a:pPr>
              <a:lnSpc>
                <a:spcPct val="80000"/>
              </a:lnSpc>
            </a:pPr>
            <a:endParaRPr lang="en-US" altLang="zh-CN" sz="1800" u="sng">
              <a:latin typeface="Arial" panose="020B0604020202020204" pitchFamily="34" charset="0"/>
            </a:endParaRPr>
          </a:p>
          <a:p>
            <a:pPr>
              <a:lnSpc>
                <a:spcPct val="80000"/>
              </a:lnSpc>
            </a:pPr>
            <a:endParaRPr lang="en-US" altLang="zh-CN" sz="1800" u="sng">
              <a:latin typeface="Arial" panose="020B0604020202020204" pitchFamily="34" charset="0"/>
            </a:endParaRPr>
          </a:p>
          <a:p>
            <a:pPr>
              <a:lnSpc>
                <a:spcPct val="80000"/>
              </a:lnSpc>
            </a:pPr>
            <a:r>
              <a:rPr lang="en-US" altLang="zh-CN" sz="1800" u="sng">
                <a:latin typeface="Arial" panose="020B0604020202020204" pitchFamily="34" charset="0"/>
              </a:rPr>
              <a:t>Generalization</a:t>
            </a:r>
            <a:r>
              <a:rPr lang="en-US" altLang="zh-CN" sz="1800">
                <a:latin typeface="Arial" panose="020B0604020202020204" pitchFamily="34" charset="0"/>
              </a:rPr>
              <a:t>: </a:t>
            </a:r>
            <a:r>
              <a:rPr lang="en-US" altLang="zh-CN" sz="1600">
                <a:latin typeface="Arial" panose="020B0604020202020204" pitchFamily="34" charset="0"/>
              </a:rPr>
              <a:t>relationship between one general use case and a special use case (used for defining special alternatives) Represented by a line with a triangular arrow head toward the parent use case.</a:t>
            </a:r>
          </a:p>
          <a:p>
            <a:pPr>
              <a:lnSpc>
                <a:spcPct val="80000"/>
              </a:lnSpc>
            </a:pPr>
            <a:endParaRPr lang="en-US" altLang="zh-CN" sz="1600">
              <a:latin typeface="Arial" panose="020B0604020202020204" pitchFamily="34" charset="0"/>
            </a:endParaRPr>
          </a:p>
        </p:txBody>
      </p:sp>
      <p:sp>
        <p:nvSpPr>
          <p:cNvPr id="22532" name="Line 4">
            <a:extLst>
              <a:ext uri="{FF2B5EF4-FFF2-40B4-BE49-F238E27FC236}">
                <a16:creationId xmlns:a16="http://schemas.microsoft.com/office/drawing/2014/main" id="{B1C9B4FC-5441-48B6-8B98-DE8A7086FE29}"/>
              </a:ext>
            </a:extLst>
          </p:cNvPr>
          <p:cNvSpPr>
            <a:spLocks noChangeShapeType="1"/>
          </p:cNvSpPr>
          <p:nvPr/>
        </p:nvSpPr>
        <p:spPr bwMode="auto">
          <a:xfrm>
            <a:off x="5105400" y="3124200"/>
            <a:ext cx="16002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22533" name="Line 5">
            <a:extLst>
              <a:ext uri="{FF2B5EF4-FFF2-40B4-BE49-F238E27FC236}">
                <a16:creationId xmlns:a16="http://schemas.microsoft.com/office/drawing/2014/main" id="{7827491F-8EC8-483C-88A2-95E250FF4A47}"/>
              </a:ext>
            </a:extLst>
          </p:cNvPr>
          <p:cNvSpPr>
            <a:spLocks noChangeShapeType="1"/>
          </p:cNvSpPr>
          <p:nvPr/>
        </p:nvSpPr>
        <p:spPr bwMode="auto">
          <a:xfrm>
            <a:off x="5105400" y="533400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22534" name="Line 6">
            <a:extLst>
              <a:ext uri="{FF2B5EF4-FFF2-40B4-BE49-F238E27FC236}">
                <a16:creationId xmlns:a16="http://schemas.microsoft.com/office/drawing/2014/main" id="{DE85CA83-41B4-4515-832F-8D7E6AC97A41}"/>
              </a:ext>
            </a:extLst>
          </p:cNvPr>
          <p:cNvSpPr>
            <a:spLocks noChangeShapeType="1"/>
          </p:cNvSpPr>
          <p:nvPr/>
        </p:nvSpPr>
        <p:spPr bwMode="auto">
          <a:xfrm>
            <a:off x="6248400" y="5181600"/>
            <a:ext cx="0" cy="304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22535" name="Line 7">
            <a:extLst>
              <a:ext uri="{FF2B5EF4-FFF2-40B4-BE49-F238E27FC236}">
                <a16:creationId xmlns:a16="http://schemas.microsoft.com/office/drawing/2014/main" id="{5F05C1FD-A249-4D34-B5A9-E69ABD8DDFED}"/>
              </a:ext>
            </a:extLst>
          </p:cNvPr>
          <p:cNvSpPr>
            <a:spLocks noChangeShapeType="1"/>
          </p:cNvSpPr>
          <p:nvPr/>
        </p:nvSpPr>
        <p:spPr bwMode="auto">
          <a:xfrm>
            <a:off x="6248400" y="5181600"/>
            <a:ext cx="381000" cy="1524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22536" name="Line 8">
            <a:extLst>
              <a:ext uri="{FF2B5EF4-FFF2-40B4-BE49-F238E27FC236}">
                <a16:creationId xmlns:a16="http://schemas.microsoft.com/office/drawing/2014/main" id="{C600B550-0031-4DB5-9329-4B7C8657824F}"/>
              </a:ext>
            </a:extLst>
          </p:cNvPr>
          <p:cNvSpPr>
            <a:spLocks noChangeShapeType="1"/>
          </p:cNvSpPr>
          <p:nvPr/>
        </p:nvSpPr>
        <p:spPr bwMode="auto">
          <a:xfrm flipV="1">
            <a:off x="6248400" y="5334000"/>
            <a:ext cx="381000" cy="1524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9BF12F12-52CB-4103-A4FE-E81A42BA42C8}"/>
              </a:ext>
            </a:extLst>
          </p:cNvPr>
          <p:cNvSpPr>
            <a:spLocks noChangeArrowheads="1"/>
          </p:cNvSpPr>
          <p:nvPr/>
        </p:nvSpPr>
        <p:spPr bwMode="auto">
          <a:xfrm>
            <a:off x="3200400" y="3200401"/>
            <a:ext cx="6781800" cy="331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endParaRPr lang="zh-CN" altLang="en-US" sz="1600">
              <a:latin typeface="Times New Roman" panose="02020603050405020304" pitchFamily="18" charset="0"/>
            </a:endParaRPr>
          </a:p>
          <a:p>
            <a:pPr eaLnBrk="1" hangingPunct="1">
              <a:spcBef>
                <a:spcPct val="50000"/>
              </a:spcBef>
            </a:pPr>
            <a:endParaRPr lang="zh-CN" altLang="en-US" sz="1600">
              <a:latin typeface="Times New Roman" panose="02020603050405020304" pitchFamily="18" charset="0"/>
            </a:endParaRPr>
          </a:p>
          <a:p>
            <a:pPr eaLnBrk="1" hangingPunct="1">
              <a:spcBef>
                <a:spcPct val="50000"/>
              </a:spcBef>
            </a:pPr>
            <a:endParaRPr lang="zh-CN" altLang="en-US" sz="1600">
              <a:latin typeface="Times New Roman" panose="02020603050405020304" pitchFamily="18" charset="0"/>
            </a:endParaRPr>
          </a:p>
          <a:p>
            <a:pPr eaLnBrk="1" hangingPunct="1">
              <a:spcBef>
                <a:spcPct val="50000"/>
              </a:spcBef>
            </a:pPr>
            <a:r>
              <a:rPr lang="en-US" altLang="zh-CN" u="sng">
                <a:latin typeface="Arial" panose="020B0604020202020204" pitchFamily="34" charset="0"/>
              </a:rPr>
              <a:t>Extend</a:t>
            </a:r>
            <a:r>
              <a:rPr lang="en-US" altLang="zh-CN">
                <a:latin typeface="Arial" panose="020B0604020202020204" pitchFamily="34" charset="0"/>
              </a:rPr>
              <a:t>: a dotted line labeled &lt;&lt;extend&gt;&gt;  with an arrow toward the base case. The extending use case may add behavior to the base use case. The base class declares “extension points”.</a:t>
            </a:r>
          </a:p>
          <a:p>
            <a:pPr eaLnBrk="1" hangingPunct="1">
              <a:spcBef>
                <a:spcPct val="50000"/>
              </a:spcBef>
            </a:pPr>
            <a:r>
              <a:rPr lang="en-US" altLang="zh-CN" sz="1600">
                <a:latin typeface="Times New Roman" panose="02020603050405020304" pitchFamily="18" charset="0"/>
              </a:rPr>
              <a:t> </a:t>
            </a:r>
            <a:endParaRPr lang="en-US" altLang="zh-CN" sz="1200">
              <a:latin typeface="Times New Roman" panose="02020603050405020304" pitchFamily="18" charset="0"/>
            </a:endParaRPr>
          </a:p>
          <a:p>
            <a:pPr eaLnBrk="1" hangingPunct="1">
              <a:spcBef>
                <a:spcPct val="50000"/>
              </a:spcBef>
            </a:pPr>
            <a:r>
              <a:rPr lang="en-US" altLang="zh-CN" sz="1600">
                <a:latin typeface="Times New Roman" panose="02020603050405020304" pitchFamily="18" charset="0"/>
              </a:rPr>
              <a:t>              &lt;&lt;extend&gt;&gt; </a:t>
            </a:r>
          </a:p>
          <a:p>
            <a:pPr eaLnBrk="1" hangingPunct="1">
              <a:spcBef>
                <a:spcPct val="50000"/>
              </a:spcBef>
            </a:pPr>
            <a:r>
              <a:rPr lang="en-US" altLang="zh-CN" sz="2400">
                <a:latin typeface="Times New Roman" panose="02020603050405020304" pitchFamily="18" charset="0"/>
              </a:rPr>
              <a:t> </a:t>
            </a:r>
          </a:p>
        </p:txBody>
      </p:sp>
      <p:sp>
        <p:nvSpPr>
          <p:cNvPr id="24579" name="Rectangle 4">
            <a:extLst>
              <a:ext uri="{FF2B5EF4-FFF2-40B4-BE49-F238E27FC236}">
                <a16:creationId xmlns:a16="http://schemas.microsoft.com/office/drawing/2014/main" id="{E5BD8445-6EAB-47DD-A159-8472C14CDFB6}"/>
              </a:ext>
            </a:extLst>
          </p:cNvPr>
          <p:cNvSpPr>
            <a:spLocks noChangeArrowheads="1"/>
          </p:cNvSpPr>
          <p:nvPr/>
        </p:nvSpPr>
        <p:spPr bwMode="auto">
          <a:xfrm>
            <a:off x="3200400" y="1327151"/>
            <a:ext cx="6553200" cy="270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endParaRPr lang="zh-CN" altLang="en-US" sz="2400">
              <a:latin typeface="Times New Roman" panose="02020603050405020304" pitchFamily="18" charset="0"/>
            </a:endParaRPr>
          </a:p>
          <a:p>
            <a:pPr eaLnBrk="1" hangingPunct="1">
              <a:spcBef>
                <a:spcPct val="50000"/>
              </a:spcBef>
            </a:pPr>
            <a:r>
              <a:rPr lang="en-US" altLang="zh-CN" u="sng">
                <a:latin typeface="Arial" panose="020B0604020202020204" pitchFamily="34" charset="0"/>
              </a:rPr>
              <a:t>Include</a:t>
            </a:r>
            <a:r>
              <a:rPr lang="en-US" altLang="zh-CN">
                <a:latin typeface="Arial" panose="020B0604020202020204" pitchFamily="34" charset="0"/>
              </a:rPr>
              <a:t>: a dotted line labeled &lt;&lt;include&gt;&gt; beginning at base use case and ending with an arrows pointing to the include use case.  The include relationship occurs when a chunk of behavior is similar across more than one use case. Use “include” in stead of copying the description of that behavior.  </a:t>
            </a:r>
          </a:p>
          <a:p>
            <a:pPr eaLnBrk="1" hangingPunct="1">
              <a:spcBef>
                <a:spcPct val="50000"/>
              </a:spcBef>
            </a:pPr>
            <a:r>
              <a:rPr lang="en-US" altLang="zh-CN" sz="1600">
                <a:latin typeface="Times New Roman" panose="02020603050405020304" pitchFamily="18" charset="0"/>
              </a:rPr>
              <a:t>            &lt;&lt;include&gt;&gt;</a:t>
            </a:r>
            <a:endParaRPr lang="en-US" altLang="zh-CN" sz="2400">
              <a:latin typeface="Times New Roman" panose="02020603050405020304" pitchFamily="18" charset="0"/>
            </a:endParaRPr>
          </a:p>
          <a:p>
            <a:pPr eaLnBrk="1" hangingPunct="1">
              <a:spcBef>
                <a:spcPct val="50000"/>
              </a:spcBef>
            </a:pPr>
            <a:endParaRPr lang="zh-CN" altLang="en-US" sz="1600">
              <a:latin typeface="Times New Roman" panose="02020603050405020304" pitchFamily="18" charset="0"/>
            </a:endParaRPr>
          </a:p>
        </p:txBody>
      </p:sp>
      <p:sp>
        <p:nvSpPr>
          <p:cNvPr id="24580" name="Line 5">
            <a:extLst>
              <a:ext uri="{FF2B5EF4-FFF2-40B4-BE49-F238E27FC236}">
                <a16:creationId xmlns:a16="http://schemas.microsoft.com/office/drawing/2014/main" id="{41825FDA-5AEB-4998-AAC2-2B608B4694DE}"/>
              </a:ext>
            </a:extLst>
          </p:cNvPr>
          <p:cNvSpPr>
            <a:spLocks noChangeShapeType="1"/>
          </p:cNvSpPr>
          <p:nvPr/>
        </p:nvSpPr>
        <p:spPr bwMode="auto">
          <a:xfrm>
            <a:off x="3962400" y="3962400"/>
            <a:ext cx="1752600" cy="0"/>
          </a:xfrm>
          <a:prstGeom prst="line">
            <a:avLst/>
          </a:prstGeom>
          <a:noFill/>
          <a:ln w="9525">
            <a:solidFill>
              <a:schemeClr val="tx1"/>
            </a:solidFill>
            <a:prstDash val="lg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24581" name="Line 6">
            <a:extLst>
              <a:ext uri="{FF2B5EF4-FFF2-40B4-BE49-F238E27FC236}">
                <a16:creationId xmlns:a16="http://schemas.microsoft.com/office/drawing/2014/main" id="{B8F75CE1-E735-4C5D-A5DB-C8E2B723F5ED}"/>
              </a:ext>
            </a:extLst>
          </p:cNvPr>
          <p:cNvSpPr>
            <a:spLocks noChangeShapeType="1"/>
          </p:cNvSpPr>
          <p:nvPr/>
        </p:nvSpPr>
        <p:spPr bwMode="auto">
          <a:xfrm>
            <a:off x="4038600" y="6172200"/>
            <a:ext cx="1905000" cy="0"/>
          </a:xfrm>
          <a:prstGeom prst="line">
            <a:avLst/>
          </a:prstGeom>
          <a:noFill/>
          <a:ln w="9525">
            <a:solidFill>
              <a:schemeClr val="tx1"/>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PK"/>
          </a:p>
        </p:txBody>
      </p:sp>
      <p:sp>
        <p:nvSpPr>
          <p:cNvPr id="24582" name="Rectangle 2">
            <a:extLst>
              <a:ext uri="{FF2B5EF4-FFF2-40B4-BE49-F238E27FC236}">
                <a16:creationId xmlns:a16="http://schemas.microsoft.com/office/drawing/2014/main" id="{0A0D3514-AC8C-450A-8155-4EE78D1B2ECF}"/>
              </a:ext>
            </a:extLst>
          </p:cNvPr>
          <p:cNvSpPr>
            <a:spLocks noGrp="1" noChangeArrowheads="1"/>
          </p:cNvSpPr>
          <p:nvPr>
            <p:ph type="title"/>
          </p:nvPr>
        </p:nvSpPr>
        <p:spPr/>
        <p:txBody>
          <a:bodyPr/>
          <a:lstStyle/>
          <a:p>
            <a:r>
              <a:rPr lang="en-US" altLang="zh-CN"/>
              <a:t>Use-Case Diagrams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E9031C8-7FEE-4EC2-9662-1C7D9C1E80F5}"/>
              </a:ext>
            </a:extLst>
          </p:cNvPr>
          <p:cNvSpPr>
            <a:spLocks noGrp="1" noChangeArrowheads="1"/>
          </p:cNvSpPr>
          <p:nvPr>
            <p:ph type="title"/>
          </p:nvPr>
        </p:nvSpPr>
        <p:spPr/>
        <p:txBody>
          <a:bodyPr/>
          <a:lstStyle/>
          <a:p>
            <a:r>
              <a:rPr lang="en-US" altLang="zh-CN"/>
              <a:t>Use-Case Diagrams</a:t>
            </a:r>
          </a:p>
        </p:txBody>
      </p:sp>
      <p:graphicFrame>
        <p:nvGraphicFramePr>
          <p:cNvPr id="26627" name="Object 4">
            <a:extLst>
              <a:ext uri="{FF2B5EF4-FFF2-40B4-BE49-F238E27FC236}">
                <a16:creationId xmlns:a16="http://schemas.microsoft.com/office/drawing/2014/main" id="{77A8F8E7-FCDD-477F-A87E-00C456AA7AB4}"/>
              </a:ext>
            </a:extLst>
          </p:cNvPr>
          <p:cNvGraphicFramePr>
            <a:graphicFrameLocks noGrp="1" noChangeAspect="1"/>
          </p:cNvGraphicFramePr>
          <p:nvPr>
            <p:ph idx="1"/>
          </p:nvPr>
        </p:nvGraphicFramePr>
        <p:xfrm>
          <a:off x="2286000" y="2362201"/>
          <a:ext cx="6705600" cy="3578225"/>
        </p:xfrm>
        <a:graphic>
          <a:graphicData uri="http://schemas.openxmlformats.org/presentationml/2006/ole">
            <mc:AlternateContent xmlns:mc="http://schemas.openxmlformats.org/markup-compatibility/2006">
              <mc:Choice xmlns:v="urn:schemas-microsoft-com:vml" Requires="v">
                <p:oleObj name="Bitmap Image" r:id="rId3" imgW="7621064" imgH="4067743" progId="Paint.Picture">
                  <p:embed/>
                </p:oleObj>
              </mc:Choice>
              <mc:Fallback>
                <p:oleObj name="Bitmap Image" r:id="rId3" imgW="7621064" imgH="4067743" progId="Paint.Picture">
                  <p:embed/>
                  <p:pic>
                    <p:nvPicPr>
                      <p:cNvPr id="26627" name="Object 4">
                        <a:extLst>
                          <a:ext uri="{FF2B5EF4-FFF2-40B4-BE49-F238E27FC236}">
                            <a16:creationId xmlns:a16="http://schemas.microsoft.com/office/drawing/2014/main" id="{77A8F8E7-FCDD-477F-A87E-00C456AA7AB4}"/>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362201"/>
                        <a:ext cx="6705600" cy="357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8" name="Rectangle 6">
            <a:extLst>
              <a:ext uri="{FF2B5EF4-FFF2-40B4-BE49-F238E27FC236}">
                <a16:creationId xmlns:a16="http://schemas.microsoft.com/office/drawing/2014/main" id="{0233BF1C-B22B-4C33-8B49-8C4325D2A6A4}"/>
              </a:ext>
            </a:extLst>
          </p:cNvPr>
          <p:cNvSpPr>
            <a:spLocks noChangeArrowheads="1"/>
          </p:cNvSpPr>
          <p:nvPr/>
        </p:nvSpPr>
        <p:spPr bwMode="auto">
          <a:xfrm>
            <a:off x="8001000" y="6019801"/>
            <a:ext cx="14557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PK"/>
              <a:t>Figure 16.12</a:t>
            </a:r>
          </a:p>
        </p:txBody>
      </p:sp>
      <p:sp>
        <p:nvSpPr>
          <p:cNvPr id="26629" name="Rectangle 7">
            <a:extLst>
              <a:ext uri="{FF2B5EF4-FFF2-40B4-BE49-F238E27FC236}">
                <a16:creationId xmlns:a16="http://schemas.microsoft.com/office/drawing/2014/main" id="{ABAEE6A5-7640-4E46-B85D-81C6BA0C6709}"/>
              </a:ext>
            </a:extLst>
          </p:cNvPr>
          <p:cNvSpPr>
            <a:spLocks noChangeArrowheads="1"/>
          </p:cNvSpPr>
          <p:nvPr/>
        </p:nvSpPr>
        <p:spPr bwMode="auto">
          <a:xfrm>
            <a:off x="4495800" y="6400800"/>
            <a:ext cx="3263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PK" sz="1600"/>
              <a:t>The McGraw-Hill Companies, 2005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39F449DE-64B4-4374-838B-6C47A3703F70}"/>
              </a:ext>
            </a:extLst>
          </p:cNvPr>
          <p:cNvSpPr>
            <a:spLocks noGrp="1" noChangeArrowheads="1"/>
          </p:cNvSpPr>
          <p:nvPr>
            <p:ph type="body" sz="half" idx="1"/>
          </p:nvPr>
        </p:nvSpPr>
        <p:spPr bwMode="auto">
          <a:xfrm>
            <a:off x="2590800" y="1981200"/>
            <a:ext cx="2895600" cy="4114800"/>
          </a:xfrm>
        </p:spPr>
        <p:txBody>
          <a:bodyPr wrap="square" numCol="1" anchor="t" anchorCtr="0" compatLnSpc="1">
            <a:prstTxWarp prst="textNoShape">
              <a:avLst/>
            </a:prstTxWarp>
            <a:normAutofit lnSpcReduction="10000"/>
          </a:bodyPr>
          <a:lstStyle/>
          <a:p>
            <a:pPr>
              <a:lnSpc>
                <a:spcPct val="80000"/>
              </a:lnSpc>
            </a:pPr>
            <a:r>
              <a:rPr lang="en-US" altLang="zh-CN" sz="1600">
                <a:latin typeface="Arial" panose="020B0604020202020204" pitchFamily="34" charset="0"/>
              </a:rPr>
              <a:t>Both </a:t>
            </a:r>
            <a:r>
              <a:rPr lang="en-US" altLang="zh-CN" sz="1600" b="1">
                <a:latin typeface="Arial" panose="020B0604020202020204" pitchFamily="34" charset="0"/>
              </a:rPr>
              <a:t>Make Appointment</a:t>
            </a:r>
            <a:r>
              <a:rPr lang="en-US" altLang="zh-CN" sz="1600">
                <a:latin typeface="Arial" panose="020B0604020202020204" pitchFamily="34" charset="0"/>
              </a:rPr>
              <a:t> and </a:t>
            </a:r>
            <a:r>
              <a:rPr lang="en-US" altLang="zh-CN" sz="1600" b="1">
                <a:latin typeface="Arial" panose="020B0604020202020204" pitchFamily="34" charset="0"/>
              </a:rPr>
              <a:t>Request Medication</a:t>
            </a:r>
            <a:r>
              <a:rPr lang="en-US" altLang="zh-CN" sz="1600">
                <a:latin typeface="Arial" panose="020B0604020202020204" pitchFamily="34" charset="0"/>
              </a:rPr>
              <a:t> include </a:t>
            </a:r>
            <a:r>
              <a:rPr lang="en-US" altLang="zh-CN" sz="1600" b="1">
                <a:latin typeface="Arial" panose="020B0604020202020204" pitchFamily="34" charset="0"/>
              </a:rPr>
              <a:t>Check Patient Record</a:t>
            </a:r>
            <a:r>
              <a:rPr lang="en-US" altLang="zh-CN" sz="1600">
                <a:latin typeface="Arial" panose="020B0604020202020204" pitchFamily="34" charset="0"/>
              </a:rPr>
              <a:t> as a subtask (include) </a:t>
            </a:r>
          </a:p>
          <a:p>
            <a:pPr>
              <a:lnSpc>
                <a:spcPct val="80000"/>
              </a:lnSpc>
            </a:pPr>
            <a:endParaRPr lang="en-US" altLang="zh-CN" sz="1600">
              <a:latin typeface="Arial" panose="020B0604020202020204" pitchFamily="34" charset="0"/>
            </a:endParaRPr>
          </a:p>
          <a:p>
            <a:pPr>
              <a:lnSpc>
                <a:spcPct val="80000"/>
              </a:lnSpc>
            </a:pPr>
            <a:r>
              <a:rPr lang="en-US" altLang="zh-CN" sz="1600">
                <a:latin typeface="Arial" panose="020B0604020202020204" pitchFamily="34" charset="0"/>
              </a:rPr>
              <a:t>The </a:t>
            </a:r>
            <a:r>
              <a:rPr lang="en-US" altLang="zh-CN" sz="1600" b="1">
                <a:latin typeface="Arial" panose="020B0604020202020204" pitchFamily="34" charset="0"/>
              </a:rPr>
              <a:t>extension point </a:t>
            </a:r>
            <a:r>
              <a:rPr lang="en-US" altLang="zh-CN" sz="1600">
                <a:latin typeface="Arial" panose="020B0604020202020204" pitchFamily="34" charset="0"/>
              </a:rPr>
              <a:t>is written inside the base case </a:t>
            </a:r>
            <a:r>
              <a:rPr lang="en-US" altLang="zh-CN" sz="1600" b="1">
                <a:latin typeface="Arial" panose="020B0604020202020204" pitchFamily="34" charset="0"/>
              </a:rPr>
              <a:t>Pay bill</a:t>
            </a:r>
            <a:r>
              <a:rPr lang="en-US" altLang="zh-CN" sz="1600">
                <a:latin typeface="Arial" panose="020B0604020202020204" pitchFamily="34" charset="0"/>
              </a:rPr>
              <a:t>; the extending class </a:t>
            </a:r>
            <a:r>
              <a:rPr lang="en-US" altLang="zh-CN" sz="1600" b="1">
                <a:latin typeface="Arial" panose="020B0604020202020204" pitchFamily="34" charset="0"/>
              </a:rPr>
              <a:t>Defer payment</a:t>
            </a:r>
            <a:r>
              <a:rPr lang="en-US" altLang="zh-CN" sz="1600">
                <a:latin typeface="Arial" panose="020B0604020202020204" pitchFamily="34" charset="0"/>
              </a:rPr>
              <a:t> adds the behavior of this extension point. (extend)</a:t>
            </a:r>
          </a:p>
          <a:p>
            <a:pPr>
              <a:lnSpc>
                <a:spcPct val="80000"/>
              </a:lnSpc>
            </a:pPr>
            <a:endParaRPr lang="en-US" altLang="zh-CN" sz="1600" b="1">
              <a:latin typeface="Arial" panose="020B0604020202020204" pitchFamily="34" charset="0"/>
            </a:endParaRPr>
          </a:p>
          <a:p>
            <a:pPr>
              <a:lnSpc>
                <a:spcPct val="80000"/>
              </a:lnSpc>
            </a:pPr>
            <a:r>
              <a:rPr lang="en-US" altLang="zh-CN" sz="1600" b="1">
                <a:latin typeface="Arial" panose="020B0604020202020204" pitchFamily="34" charset="0"/>
              </a:rPr>
              <a:t>Pay Bill</a:t>
            </a:r>
            <a:r>
              <a:rPr lang="en-US" altLang="zh-CN" sz="1600">
                <a:latin typeface="Arial" panose="020B0604020202020204" pitchFamily="34" charset="0"/>
              </a:rPr>
              <a:t> is a parent use case and </a:t>
            </a:r>
            <a:r>
              <a:rPr lang="en-US" altLang="zh-CN" sz="1600" b="1">
                <a:latin typeface="Arial" panose="020B0604020202020204" pitchFamily="34" charset="0"/>
              </a:rPr>
              <a:t>Bill Insurance</a:t>
            </a:r>
            <a:r>
              <a:rPr lang="en-US" altLang="zh-CN" sz="1600">
                <a:latin typeface="Arial" panose="020B0604020202020204" pitchFamily="34" charset="0"/>
              </a:rPr>
              <a:t> is the child use case. (generalization)</a:t>
            </a:r>
          </a:p>
          <a:p>
            <a:pPr>
              <a:lnSpc>
                <a:spcPct val="80000"/>
              </a:lnSpc>
            </a:pPr>
            <a:endParaRPr lang="en-US" altLang="zh-CN" sz="1600">
              <a:latin typeface="Arial" panose="020B0604020202020204" pitchFamily="34" charset="0"/>
            </a:endParaRPr>
          </a:p>
          <a:p>
            <a:pPr>
              <a:lnSpc>
                <a:spcPct val="80000"/>
              </a:lnSpc>
            </a:pPr>
            <a:endParaRPr lang="en-US" altLang="zh-CN" sz="1600">
              <a:latin typeface="Arial" panose="020B0604020202020204" pitchFamily="34" charset="0"/>
            </a:endParaRPr>
          </a:p>
        </p:txBody>
      </p:sp>
      <p:pic>
        <p:nvPicPr>
          <p:cNvPr id="28675" name="Picture 4" descr="use_case">
            <a:extLst>
              <a:ext uri="{FF2B5EF4-FFF2-40B4-BE49-F238E27FC236}">
                <a16:creationId xmlns:a16="http://schemas.microsoft.com/office/drawing/2014/main" id="{313630EB-9B53-44B0-B75B-49A4A1977D5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486400" y="1881188"/>
            <a:ext cx="4992688" cy="42910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76" name="Text Box 7">
            <a:extLst>
              <a:ext uri="{FF2B5EF4-FFF2-40B4-BE49-F238E27FC236}">
                <a16:creationId xmlns:a16="http://schemas.microsoft.com/office/drawing/2014/main" id="{3C8EBB3A-B136-4ED8-9AB6-5405B51C003D}"/>
              </a:ext>
            </a:extLst>
          </p:cNvPr>
          <p:cNvSpPr txBox="1">
            <a:spLocks noChangeArrowheads="1"/>
          </p:cNvSpPr>
          <p:nvPr/>
        </p:nvSpPr>
        <p:spPr bwMode="auto">
          <a:xfrm>
            <a:off x="6934200" y="60960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PK" sz="1200">
                <a:latin typeface="Verdana" panose="020B0604030504040204" pitchFamily="34" charset="0"/>
              </a:rPr>
              <a:t>    (TogetherSoft, Inc)</a:t>
            </a:r>
          </a:p>
          <a:p>
            <a:pPr eaLnBrk="1" hangingPunct="1"/>
            <a:endParaRPr lang="en-US" altLang="en-PK" sz="1200">
              <a:latin typeface="Times New Roman" panose="02020603050405020304" pitchFamily="18" charset="0"/>
            </a:endParaRPr>
          </a:p>
        </p:txBody>
      </p:sp>
      <p:sp>
        <p:nvSpPr>
          <p:cNvPr id="28677" name="Rectangle 2">
            <a:extLst>
              <a:ext uri="{FF2B5EF4-FFF2-40B4-BE49-F238E27FC236}">
                <a16:creationId xmlns:a16="http://schemas.microsoft.com/office/drawing/2014/main" id="{B2AAC623-3D4A-4E45-8697-4C5467236512}"/>
              </a:ext>
            </a:extLst>
          </p:cNvPr>
          <p:cNvSpPr>
            <a:spLocks noGrp="1" noChangeArrowheads="1"/>
          </p:cNvSpPr>
          <p:nvPr>
            <p:ph type="title"/>
          </p:nvPr>
        </p:nvSpPr>
        <p:spPr>
          <a:xfrm>
            <a:off x="2152650" y="365126"/>
            <a:ext cx="7886700" cy="1325563"/>
          </a:xfrm>
        </p:spPr>
        <p:txBody>
          <a:bodyPr/>
          <a:lstStyle/>
          <a:p>
            <a:r>
              <a:rPr lang="en-US" altLang="zh-CN"/>
              <a:t>Use-Case Diagrams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a:t>
            </a:r>
            <a:r>
              <a:rPr lang="en-US" dirty="0" err="1"/>
              <a:t>Usecases</a:t>
            </a:r>
            <a:endParaRPr lang="en-US" dirty="0"/>
          </a:p>
        </p:txBody>
      </p:sp>
      <p:sp>
        <p:nvSpPr>
          <p:cNvPr id="3" name="Content Placeholder 2"/>
          <p:cNvSpPr>
            <a:spLocks noGrp="1"/>
          </p:cNvSpPr>
          <p:nvPr>
            <p:ph idx="1"/>
          </p:nvPr>
        </p:nvSpPr>
        <p:spPr/>
        <p:txBody>
          <a:bodyPr/>
          <a:lstStyle/>
          <a:p>
            <a:r>
              <a:rPr lang="en-US" dirty="0"/>
              <a:t>Mark Attendance </a:t>
            </a:r>
            <a:r>
              <a:rPr lang="en-US" dirty="0" err="1"/>
              <a:t>Usecase</a:t>
            </a:r>
            <a:endParaRPr lang="en-US" dirty="0"/>
          </a:p>
        </p:txBody>
      </p:sp>
      <p:pic>
        <p:nvPicPr>
          <p:cNvPr id="1026" name="Picture 2" descr="use case diagram">
            <a:extLst>
              <a:ext uri="{FF2B5EF4-FFF2-40B4-BE49-F238E27FC236}">
                <a16:creationId xmlns:a16="http://schemas.microsoft.com/office/drawing/2014/main" id="{358058DF-CFD5-4EFE-B82C-8F95327BB4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2239" y="185083"/>
            <a:ext cx="6199762" cy="65839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44AE651-44CE-4D85-82F6-717A9C38ED76}"/>
              </a:ext>
            </a:extLst>
          </p:cNvPr>
          <p:cNvSpPr txBox="1"/>
          <p:nvPr/>
        </p:nvSpPr>
        <p:spPr>
          <a:xfrm>
            <a:off x="581" y="6122665"/>
            <a:ext cx="6094378" cy="646331"/>
          </a:xfrm>
          <a:prstGeom prst="rect">
            <a:avLst/>
          </a:prstGeom>
          <a:noFill/>
        </p:spPr>
        <p:txBody>
          <a:bodyPr wrap="square">
            <a:spAutoFit/>
          </a:bodyPr>
          <a:lstStyle/>
          <a:p>
            <a:r>
              <a:rPr lang="en-PK" dirty="0">
                <a:hlinkClick r:id="rId3"/>
              </a:rPr>
              <a:t>https://meeraacademy.com/use-case-diagram-student-attendance-management-system/</a:t>
            </a:r>
            <a:endParaRPr lang="en-PK" dirty="0"/>
          </a:p>
        </p:txBody>
      </p:sp>
    </p:spTree>
    <p:extLst>
      <p:ext uri="{BB962C8B-B14F-4D97-AF65-F5344CB8AC3E}">
        <p14:creationId xmlns:p14="http://schemas.microsoft.com/office/powerpoint/2010/main" val="6181973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Special THANK FOR THE MATERIALS</a:t>
            </a:r>
            <a:endParaRPr lang="en-GB" dirty="0"/>
          </a:p>
        </p:txBody>
      </p:sp>
      <p:sp>
        <p:nvSpPr>
          <p:cNvPr id="3" name="Content Placeholder 2"/>
          <p:cNvSpPr>
            <a:spLocks noGrp="1"/>
          </p:cNvSpPr>
          <p:nvPr>
            <p:ph idx="1"/>
          </p:nvPr>
        </p:nvSpPr>
        <p:spPr/>
        <p:txBody>
          <a:bodyPr/>
          <a:lstStyle/>
          <a:p>
            <a:r>
              <a:rPr lang="en-GB" dirty="0" err="1"/>
              <a:t>Mr.</a:t>
            </a:r>
            <a:r>
              <a:rPr lang="en-GB" dirty="0"/>
              <a:t> </a:t>
            </a:r>
            <a:r>
              <a:rPr lang="en-GB" dirty="0" err="1"/>
              <a:t>Haroon</a:t>
            </a:r>
            <a:r>
              <a:rPr lang="en-GB" dirty="0"/>
              <a:t> Abdul </a:t>
            </a:r>
            <a:r>
              <a:rPr lang="en-GB" dirty="0" err="1"/>
              <a:t>Waheed</a:t>
            </a:r>
            <a:endParaRPr lang="en-GB" dirty="0"/>
          </a:p>
          <a:p>
            <a:r>
              <a:rPr lang="en-GB" dirty="0" err="1"/>
              <a:t>Prof.</a:t>
            </a:r>
            <a:r>
              <a:rPr lang="en-GB" dirty="0"/>
              <a:t> </a:t>
            </a:r>
            <a:r>
              <a:rPr lang="en-GB" dirty="0" err="1"/>
              <a:t>Zeeshan</a:t>
            </a:r>
            <a:r>
              <a:rPr lang="en-GB" dirty="0"/>
              <a:t> Ali </a:t>
            </a:r>
            <a:r>
              <a:rPr lang="en-GB" dirty="0" err="1"/>
              <a:t>Rana</a:t>
            </a:r>
            <a:endParaRPr lang="en-GB" dirty="0"/>
          </a:p>
          <a:p>
            <a:r>
              <a:rPr lang="en-US" dirty="0" err="1"/>
              <a:t>Pfleeger’s</a:t>
            </a:r>
            <a:r>
              <a:rPr lang="en-US" dirty="0"/>
              <a:t> Book slides from UCF</a:t>
            </a:r>
          </a:p>
          <a:p>
            <a:r>
              <a:rPr lang="en-US" dirty="0"/>
              <a:t>Software Fundamentals </a:t>
            </a:r>
          </a:p>
          <a:p>
            <a:endParaRPr lang="en-GB" dirty="0"/>
          </a:p>
        </p:txBody>
      </p:sp>
    </p:spTree>
    <p:extLst>
      <p:ext uri="{BB962C8B-B14F-4D97-AF65-F5344CB8AC3E}">
        <p14:creationId xmlns:p14="http://schemas.microsoft.com/office/powerpoint/2010/main" val="32593363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B1D2DA32-AC8B-4194-BF85-FF4A5B40EB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6022</TotalTime>
  <Words>2811</Words>
  <Application>Microsoft Office PowerPoint</Application>
  <PresentationFormat>Widescreen</PresentationFormat>
  <Paragraphs>462</Paragraphs>
  <Slides>57</Slides>
  <Notes>45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67" baseType="lpstr">
      <vt:lpstr>Arial</vt:lpstr>
      <vt:lpstr>Calibri</vt:lpstr>
      <vt:lpstr>Corbel</vt:lpstr>
      <vt:lpstr>Graphik</vt:lpstr>
      <vt:lpstr>Tahoma</vt:lpstr>
      <vt:lpstr>Times New Roman</vt:lpstr>
      <vt:lpstr>Verdana</vt:lpstr>
      <vt:lpstr>Wingdings</vt:lpstr>
      <vt:lpstr>Banded</vt:lpstr>
      <vt:lpstr>Bitmap Image</vt:lpstr>
      <vt:lpstr>Introduction to Software Engineering</vt:lpstr>
      <vt:lpstr>Petri Nets</vt:lpstr>
      <vt:lpstr>Petri Nets</vt:lpstr>
      <vt:lpstr>Petri Nets Example of Book Loan</vt:lpstr>
      <vt:lpstr>Petri Nets Example of Book Loan</vt:lpstr>
      <vt:lpstr>Petri Nets High level Example </vt:lpstr>
      <vt:lpstr>Event Traces</vt:lpstr>
      <vt:lpstr>Event Traces</vt:lpstr>
      <vt:lpstr>Event Traces: Message Sequence Charts</vt:lpstr>
      <vt:lpstr>Event Traces: Message Sequence Charts</vt:lpstr>
      <vt:lpstr>Entity-Relationship Diagrams</vt:lpstr>
      <vt:lpstr>Entity-Relationship Diagrams</vt:lpstr>
      <vt:lpstr>Entity-Relationship Diagrams</vt:lpstr>
      <vt:lpstr>Entity Relation Diagram</vt:lpstr>
      <vt:lpstr>Entity-Relationship Diagrams</vt:lpstr>
      <vt:lpstr>What is UML and Why we use UML?</vt:lpstr>
      <vt:lpstr>What is UML and Why we use UML?</vt:lpstr>
      <vt:lpstr>What is UML and Why we use UML?</vt:lpstr>
      <vt:lpstr>History of UML</vt:lpstr>
      <vt:lpstr>PowerPoint Presentation</vt:lpstr>
      <vt:lpstr>What UML Modeling tools</vt:lpstr>
      <vt:lpstr>Class Diagrams</vt:lpstr>
      <vt:lpstr>Class Diagrams</vt:lpstr>
      <vt:lpstr>Class diagram</vt:lpstr>
      <vt:lpstr>Class diagram</vt:lpstr>
      <vt:lpstr>Class diagram</vt:lpstr>
      <vt:lpstr>OO Relationships</vt:lpstr>
      <vt:lpstr>PowerPoint Presentation</vt:lpstr>
      <vt:lpstr> OO Relationships: Association</vt:lpstr>
      <vt:lpstr>Association: Multiplicity and Roles</vt:lpstr>
      <vt:lpstr>PowerPoint Presentation</vt:lpstr>
      <vt:lpstr>OO Relationships: Aggregation</vt:lpstr>
      <vt:lpstr> Aggregation vs. Composition</vt:lpstr>
      <vt:lpstr>Class diagram</vt:lpstr>
      <vt:lpstr>Lecture</vt:lpstr>
      <vt:lpstr>Data Flow Diagrams (DFD)</vt:lpstr>
      <vt:lpstr>PowerPoint Presentation</vt:lpstr>
      <vt:lpstr>Rules for Drawing DFD</vt:lpstr>
      <vt:lpstr>DFD: Common Mistakes</vt:lpstr>
      <vt:lpstr>Data Flow Diagrams (Contd.)</vt:lpstr>
      <vt:lpstr>DFD: Adding Levels of Detail</vt:lpstr>
      <vt:lpstr>DFD: Numbering Levels</vt:lpstr>
      <vt:lpstr>Process Hierarchy (The Broadway Entertainment Company)</vt:lpstr>
      <vt:lpstr>Context Level  (The Broadway Entertainment Company) (note: there are no storage elements at this level)</vt:lpstr>
      <vt:lpstr>Level 0 (The Broadway Entertainment Company)</vt:lpstr>
      <vt:lpstr>Data Flow Diagrams (Contd.)</vt:lpstr>
      <vt:lpstr>Use Case Diagram</vt:lpstr>
      <vt:lpstr>Use Case Diagram</vt:lpstr>
      <vt:lpstr>Use-Case Diagrams</vt:lpstr>
      <vt:lpstr>Use-Case Diagrams</vt:lpstr>
      <vt:lpstr>Use-Case Diagrams</vt:lpstr>
      <vt:lpstr>Use-Case Diagrams</vt:lpstr>
      <vt:lpstr>Use-Case Diagrams</vt:lpstr>
      <vt:lpstr>Use-Case Diagrams</vt:lpstr>
      <vt:lpstr>Use-Case Diagrams</vt:lpstr>
      <vt:lpstr>Writing Usecases</vt:lpstr>
      <vt:lpstr>Special THANK FOR THE MATERIALS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dc:title>
  <dc:creator>Windows User</dc:creator>
  <cp:lastModifiedBy>Muhammad Kashif</cp:lastModifiedBy>
  <cp:revision>46</cp:revision>
  <dcterms:created xsi:type="dcterms:W3CDTF">2015-04-05T21:16:02Z</dcterms:created>
  <dcterms:modified xsi:type="dcterms:W3CDTF">2024-04-26T09:02:18Z</dcterms:modified>
</cp:coreProperties>
</file>