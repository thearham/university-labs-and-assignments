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8097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0329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08013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5381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44000" cy="67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35958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70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44000" cy="6684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5233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4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44000" cy="6870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2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2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249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29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kashif</dc:creator>
  <cp:lastModifiedBy>Muhammad Kashif</cp:lastModifiedBy>
  <cp:revision>2</cp:revision>
  <dcterms:created xsi:type="dcterms:W3CDTF">2006-08-16T00:00:00Z</dcterms:created>
  <dcterms:modified xsi:type="dcterms:W3CDTF">2024-04-19T09:50:42Z</dcterms:modified>
</cp:coreProperties>
</file>